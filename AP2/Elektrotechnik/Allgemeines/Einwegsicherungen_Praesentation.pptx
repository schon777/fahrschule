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57" r:id="rId3"/>
    <p:sldId id="264" r:id="rId4"/>
    <p:sldId id="268" r:id="rId5"/>
    <p:sldId id="267" r:id="rId6"/>
    <p:sldId id="259" r:id="rId7"/>
    <p:sldId id="260" r:id="rId8"/>
    <p:sldId id="266" r:id="rId9"/>
    <p:sldId id="269" r:id="rId10"/>
    <p:sldId id="261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DCDA5C-9D6C-405F-9260-90C4873771E0}" v="149" dt="2026-01-26T22:00:24.0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72" y="-5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zer, Tolga" userId="f1c5d885-773e-4e21-b07f-6f582f223546" providerId="ADAL" clId="{A7DCDA5C-9D6C-405F-9260-90C4873771E0}"/>
    <pc:docChg chg="undo custSel addSld delSld modSld sldOrd">
      <pc:chgData name="Sezer, Tolga" userId="f1c5d885-773e-4e21-b07f-6f582f223546" providerId="ADAL" clId="{A7DCDA5C-9D6C-405F-9260-90C4873771E0}" dt="2026-01-26T22:00:24.059" v="373" actId="1076"/>
      <pc:docMkLst>
        <pc:docMk/>
      </pc:docMkLst>
      <pc:sldChg chg="addSp delSp modSp mod">
        <pc:chgData name="Sezer, Tolga" userId="f1c5d885-773e-4e21-b07f-6f582f223546" providerId="ADAL" clId="{A7DCDA5C-9D6C-405F-9260-90C4873771E0}" dt="2026-01-26T21:58:48.845" v="363" actId="26606"/>
        <pc:sldMkLst>
          <pc:docMk/>
          <pc:sldMk cId="0" sldId="257"/>
        </pc:sldMkLst>
        <pc:spChg chg="del mod">
          <ac:chgData name="Sezer, Tolga" userId="f1c5d885-773e-4e21-b07f-6f582f223546" providerId="ADAL" clId="{A7DCDA5C-9D6C-405F-9260-90C4873771E0}" dt="2026-01-26T21:58:48.845" v="363" actId="26606"/>
          <ac:spMkLst>
            <pc:docMk/>
            <pc:sldMk cId="0" sldId="257"/>
            <ac:spMk id="3" creationId="{00000000-0000-0000-0000-000000000000}"/>
          </ac:spMkLst>
        </pc:spChg>
        <pc:graphicFrameChg chg="add">
          <ac:chgData name="Sezer, Tolga" userId="f1c5d885-773e-4e21-b07f-6f582f223546" providerId="ADAL" clId="{A7DCDA5C-9D6C-405F-9260-90C4873771E0}" dt="2026-01-26T21:58:48.845" v="363" actId="26606"/>
          <ac:graphicFrameMkLst>
            <pc:docMk/>
            <pc:sldMk cId="0" sldId="257"/>
            <ac:graphicFrameMk id="5" creationId="{C0B0DEF2-9F09-AF74-DC09-1F5971E3A849}"/>
          </ac:graphicFrameMkLst>
        </pc:graphicFrameChg>
      </pc:sldChg>
      <pc:sldChg chg="addSp modSp del mod">
        <pc:chgData name="Sezer, Tolga" userId="f1c5d885-773e-4e21-b07f-6f582f223546" providerId="ADAL" clId="{A7DCDA5C-9D6C-405F-9260-90C4873771E0}" dt="2026-01-26T20:47:15.585" v="220" actId="2696"/>
        <pc:sldMkLst>
          <pc:docMk/>
          <pc:sldMk cId="0" sldId="258"/>
        </pc:sldMkLst>
        <pc:spChg chg="mod">
          <ac:chgData name="Sezer, Tolga" userId="f1c5d885-773e-4e21-b07f-6f582f223546" providerId="ADAL" clId="{A7DCDA5C-9D6C-405F-9260-90C4873771E0}" dt="2026-01-26T20:47:11.726" v="219" actId="5793"/>
          <ac:spMkLst>
            <pc:docMk/>
            <pc:sldMk cId="0" sldId="258"/>
            <ac:spMk id="3" creationId="{00000000-0000-0000-0000-000000000000}"/>
          </ac:spMkLst>
        </pc:spChg>
      </pc:sldChg>
      <pc:sldChg chg="addSp modSp mod ord setBg">
        <pc:chgData name="Sezer, Tolga" userId="f1c5d885-773e-4e21-b07f-6f582f223546" providerId="ADAL" clId="{A7DCDA5C-9D6C-405F-9260-90C4873771E0}" dt="2026-01-26T21:59:43.438" v="366" actId="20577"/>
        <pc:sldMkLst>
          <pc:docMk/>
          <pc:sldMk cId="0" sldId="259"/>
        </pc:sldMkLst>
        <pc:spChg chg="mod">
          <ac:chgData name="Sezer, Tolga" userId="f1c5d885-773e-4e21-b07f-6f582f223546" providerId="ADAL" clId="{A7DCDA5C-9D6C-405F-9260-90C4873771E0}" dt="2026-01-26T21:59:43.438" v="366" actId="20577"/>
          <ac:spMkLst>
            <pc:docMk/>
            <pc:sldMk cId="0" sldId="259"/>
            <ac:spMk id="2" creationId="{00000000-0000-0000-0000-000000000000}"/>
          </ac:spMkLst>
        </pc:spChg>
        <pc:spChg chg="add">
          <ac:chgData name="Sezer, Tolga" userId="f1c5d885-773e-4e21-b07f-6f582f223546" providerId="ADAL" clId="{A7DCDA5C-9D6C-405F-9260-90C4873771E0}" dt="2026-01-26T21:59:37.048" v="365" actId="26606"/>
          <ac:spMkLst>
            <pc:docMk/>
            <pc:sldMk cId="0" sldId="259"/>
            <ac:spMk id="1033" creationId="{D4771268-CB57-404A-9271-370EB28F6090}"/>
          </ac:spMkLst>
        </pc:spChg>
        <pc:picChg chg="mod">
          <ac:chgData name="Sezer, Tolga" userId="f1c5d885-773e-4e21-b07f-6f582f223546" providerId="ADAL" clId="{A7DCDA5C-9D6C-405F-9260-90C4873771E0}" dt="2026-01-26T21:59:37.048" v="365" actId="26606"/>
          <ac:picMkLst>
            <pc:docMk/>
            <pc:sldMk cId="0" sldId="259"/>
            <ac:picMk id="1028" creationId="{8CF4FAF1-114D-50A3-4718-4BE79ECF5D32}"/>
          </ac:picMkLst>
        </pc:picChg>
      </pc:sldChg>
      <pc:sldChg chg="addSp delSp modSp mod ord setBg addAnim">
        <pc:chgData name="Sezer, Tolga" userId="f1c5d885-773e-4e21-b07f-6f582f223546" providerId="ADAL" clId="{A7DCDA5C-9D6C-405F-9260-90C4873771E0}" dt="2026-01-26T21:53:57.757" v="351"/>
        <pc:sldMkLst>
          <pc:docMk/>
          <pc:sldMk cId="0" sldId="260"/>
        </pc:sldMkLst>
        <pc:spChg chg="mod">
          <ac:chgData name="Sezer, Tolga" userId="f1c5d885-773e-4e21-b07f-6f582f223546" providerId="ADAL" clId="{A7DCDA5C-9D6C-405F-9260-90C4873771E0}" dt="2026-01-26T21:53:57.754" v="350" actId="26606"/>
          <ac:spMkLst>
            <pc:docMk/>
            <pc:sldMk cId="0" sldId="260"/>
            <ac:spMk id="2" creationId="{00000000-0000-0000-0000-000000000000}"/>
          </ac:spMkLst>
        </pc:spChg>
        <pc:spChg chg="mod">
          <ac:chgData name="Sezer, Tolga" userId="f1c5d885-773e-4e21-b07f-6f582f223546" providerId="ADAL" clId="{A7DCDA5C-9D6C-405F-9260-90C4873771E0}" dt="2026-01-26T21:53:57.754" v="350" actId="26606"/>
          <ac:spMkLst>
            <pc:docMk/>
            <pc:sldMk cId="0" sldId="260"/>
            <ac:spMk id="3" creationId="{00000000-0000-0000-0000-000000000000}"/>
          </ac:spMkLst>
        </pc:spChg>
        <pc:picChg chg="add del mod">
          <ac:chgData name="Sezer, Tolga" userId="f1c5d885-773e-4e21-b07f-6f582f223546" providerId="ADAL" clId="{A7DCDA5C-9D6C-405F-9260-90C4873771E0}" dt="2026-01-26T21:52:13.263" v="348" actId="21"/>
          <ac:picMkLst>
            <pc:docMk/>
            <pc:sldMk cId="0" sldId="260"/>
            <ac:picMk id="2050" creationId="{2E73B748-7544-61A3-1E75-98F4A2875C67}"/>
          </ac:picMkLst>
        </pc:picChg>
        <pc:picChg chg="add mod">
          <ac:chgData name="Sezer, Tolga" userId="f1c5d885-773e-4e21-b07f-6f582f223546" providerId="ADAL" clId="{A7DCDA5C-9D6C-405F-9260-90C4873771E0}" dt="2026-01-26T21:53:57.754" v="350" actId="26606"/>
          <ac:picMkLst>
            <pc:docMk/>
            <pc:sldMk cId="0" sldId="260"/>
            <ac:picMk id="6146" creationId="{A5EECE39-985C-4BAE-8E02-B1674EBBE474}"/>
          </ac:picMkLst>
        </pc:picChg>
        <pc:cxnChg chg="add">
          <ac:chgData name="Sezer, Tolga" userId="f1c5d885-773e-4e21-b07f-6f582f223546" providerId="ADAL" clId="{A7DCDA5C-9D6C-405F-9260-90C4873771E0}" dt="2026-01-26T21:53:57.754" v="350" actId="26606"/>
          <ac:cxnSpMkLst>
            <pc:docMk/>
            <pc:sldMk cId="0" sldId="260"/>
            <ac:cxnSpMk id="6151" creationId="{7667AA61-5C27-F30F-D229-06CBE5709F33}"/>
          </ac:cxnSpMkLst>
        </pc:cxnChg>
      </pc:sldChg>
      <pc:sldChg chg="addSp delSp modSp mod ord">
        <pc:chgData name="Sezer, Tolga" userId="f1c5d885-773e-4e21-b07f-6f582f223546" providerId="ADAL" clId="{A7DCDA5C-9D6C-405F-9260-90C4873771E0}" dt="2026-01-26T21:35:35.155" v="337" actId="14100"/>
        <pc:sldMkLst>
          <pc:docMk/>
          <pc:sldMk cId="0" sldId="261"/>
        </pc:sldMkLst>
        <pc:spChg chg="add del mod">
          <ac:chgData name="Sezer, Tolga" userId="f1c5d885-773e-4e21-b07f-6f582f223546" providerId="ADAL" clId="{A7DCDA5C-9D6C-405F-9260-90C4873771E0}" dt="2026-01-26T21:15:31.757" v="318"/>
          <ac:spMkLst>
            <pc:docMk/>
            <pc:sldMk cId="0" sldId="261"/>
            <ac:spMk id="4" creationId="{0D70C9E7-E0FB-8803-4555-BE6DCFA25578}"/>
          </ac:spMkLst>
        </pc:spChg>
        <pc:spChg chg="add mod">
          <ac:chgData name="Sezer, Tolga" userId="f1c5d885-773e-4e21-b07f-6f582f223546" providerId="ADAL" clId="{A7DCDA5C-9D6C-405F-9260-90C4873771E0}" dt="2026-01-26T21:35:35.155" v="337" actId="14100"/>
          <ac:spMkLst>
            <pc:docMk/>
            <pc:sldMk cId="0" sldId="261"/>
            <ac:spMk id="6" creationId="{75E35006-A6A2-6433-A6E7-20C90D791E50}"/>
          </ac:spMkLst>
        </pc:spChg>
        <pc:spChg chg="add del mod">
          <ac:chgData name="Sezer, Tolga" userId="f1c5d885-773e-4e21-b07f-6f582f223546" providerId="ADAL" clId="{A7DCDA5C-9D6C-405F-9260-90C4873771E0}" dt="2026-01-26T21:35:24.103" v="334" actId="21"/>
          <ac:spMkLst>
            <pc:docMk/>
            <pc:sldMk cId="0" sldId="261"/>
            <ac:spMk id="10" creationId="{1F232ED9-C2C2-628A-3F24-A151ECDA8188}"/>
          </ac:spMkLst>
        </pc:spChg>
        <pc:picChg chg="add del mod ord">
          <ac:chgData name="Sezer, Tolga" userId="f1c5d885-773e-4e21-b07f-6f582f223546" providerId="ADAL" clId="{A7DCDA5C-9D6C-405F-9260-90C4873771E0}" dt="2026-01-26T21:34:51.668" v="330" actId="21"/>
          <ac:picMkLst>
            <pc:docMk/>
            <pc:sldMk cId="0" sldId="261"/>
            <ac:picMk id="5" creationId="{90086C40-D1F5-4F88-DFCD-15F8C2FB7488}"/>
          </ac:picMkLst>
        </pc:picChg>
        <pc:picChg chg="add mod">
          <ac:chgData name="Sezer, Tolga" userId="f1c5d885-773e-4e21-b07f-6f582f223546" providerId="ADAL" clId="{A7DCDA5C-9D6C-405F-9260-90C4873771E0}" dt="2026-01-26T21:35:16.153" v="333" actId="1076"/>
          <ac:picMkLst>
            <pc:docMk/>
            <pc:sldMk cId="0" sldId="261"/>
            <ac:picMk id="8" creationId="{81967680-A6DE-CB05-A002-CD89A3920AE1}"/>
          </ac:picMkLst>
        </pc:picChg>
        <pc:picChg chg="add mod">
          <ac:chgData name="Sezer, Tolga" userId="f1c5d885-773e-4e21-b07f-6f582f223546" providerId="ADAL" clId="{A7DCDA5C-9D6C-405F-9260-90C4873771E0}" dt="2026-01-26T21:15:29.693" v="316" actId="14100"/>
          <ac:picMkLst>
            <pc:docMk/>
            <pc:sldMk cId="0" sldId="261"/>
            <ac:picMk id="5122" creationId="{4CEA2F5C-1DA5-812E-B15E-AEFA42E148FE}"/>
          </ac:picMkLst>
        </pc:picChg>
        <pc:picChg chg="add mod">
          <ac:chgData name="Sezer, Tolga" userId="f1c5d885-773e-4e21-b07f-6f582f223546" providerId="ADAL" clId="{A7DCDA5C-9D6C-405F-9260-90C4873771E0}" dt="2026-01-26T21:35:27.032" v="335" actId="1076"/>
          <ac:picMkLst>
            <pc:docMk/>
            <pc:sldMk cId="0" sldId="261"/>
            <ac:picMk id="5124" creationId="{7B08F44A-13AC-C392-CDDD-96867D6EFB02}"/>
          </ac:picMkLst>
        </pc:picChg>
      </pc:sldChg>
      <pc:sldChg chg="modSp del mod">
        <pc:chgData name="Sezer, Tolga" userId="f1c5d885-773e-4e21-b07f-6f582f223546" providerId="ADAL" clId="{A7DCDA5C-9D6C-405F-9260-90C4873771E0}" dt="2026-01-26T21:13:24.039" v="307" actId="2696"/>
        <pc:sldMkLst>
          <pc:docMk/>
          <pc:sldMk cId="0" sldId="262"/>
        </pc:sldMkLst>
        <pc:spChg chg="mod">
          <ac:chgData name="Sezer, Tolga" userId="f1c5d885-773e-4e21-b07f-6f582f223546" providerId="ADAL" clId="{A7DCDA5C-9D6C-405F-9260-90C4873771E0}" dt="2026-01-26T21:13:10.126" v="306" actId="20577"/>
          <ac:spMkLst>
            <pc:docMk/>
            <pc:sldMk cId="0" sldId="262"/>
            <ac:spMk id="2" creationId="{00000000-0000-0000-0000-000000000000}"/>
          </ac:spMkLst>
        </pc:spChg>
      </pc:sldChg>
      <pc:sldChg chg="addSp delSp modSp mod setBg addAnim setClrOvrMap">
        <pc:chgData name="Sezer, Tolga" userId="f1c5d885-773e-4e21-b07f-6f582f223546" providerId="ADAL" clId="{A7DCDA5C-9D6C-405F-9260-90C4873771E0}" dt="2026-01-26T20:45:42.511" v="216" actId="962"/>
        <pc:sldMkLst>
          <pc:docMk/>
          <pc:sldMk cId="3250718023" sldId="263"/>
        </pc:sldMkLst>
        <pc:spChg chg="mod">
          <ac:chgData name="Sezer, Tolga" userId="f1c5d885-773e-4e21-b07f-6f582f223546" providerId="ADAL" clId="{A7DCDA5C-9D6C-405F-9260-90C4873771E0}" dt="2026-01-26T20:44:26.194" v="210" actId="26606"/>
          <ac:spMkLst>
            <pc:docMk/>
            <pc:sldMk cId="3250718023" sldId="263"/>
            <ac:spMk id="2" creationId="{6C6008CF-CD7C-12C3-3014-25234A3A9D5F}"/>
          </ac:spMkLst>
        </pc:spChg>
        <pc:spChg chg="mod">
          <ac:chgData name="Sezer, Tolga" userId="f1c5d885-773e-4e21-b07f-6f582f223546" providerId="ADAL" clId="{A7DCDA5C-9D6C-405F-9260-90C4873771E0}" dt="2026-01-26T20:44:26.194" v="210" actId="26606"/>
          <ac:spMkLst>
            <pc:docMk/>
            <pc:sldMk cId="3250718023" sldId="263"/>
            <ac:spMk id="3" creationId="{2D102B3F-FFB8-5816-BEF2-40463B04F6F7}"/>
          </ac:spMkLst>
        </pc:spChg>
        <pc:spChg chg="add del">
          <ac:chgData name="Sezer, Tolga" userId="f1c5d885-773e-4e21-b07f-6f582f223546" providerId="ADAL" clId="{A7DCDA5C-9D6C-405F-9260-90C4873771E0}" dt="2026-01-26T20:45:30.984" v="214" actId="26606"/>
          <ac:spMkLst>
            <pc:docMk/>
            <pc:sldMk cId="3250718023" sldId="263"/>
            <ac:spMk id="1031" creationId="{71B2258F-86CA-4D4D-8270-BC05FCDEBFB3}"/>
          </ac:spMkLst>
        </pc:spChg>
        <pc:spChg chg="add">
          <ac:chgData name="Sezer, Tolga" userId="f1c5d885-773e-4e21-b07f-6f582f223546" providerId="ADAL" clId="{A7DCDA5C-9D6C-405F-9260-90C4873771E0}" dt="2026-01-26T20:45:30.984" v="214" actId="26606"/>
          <ac:spMkLst>
            <pc:docMk/>
            <pc:sldMk cId="3250718023" sldId="263"/>
            <ac:spMk id="1036" creationId="{71B2258F-86CA-4D4D-8270-BC05FCDEBFB3}"/>
          </ac:spMkLst>
        </pc:spChg>
        <pc:picChg chg="add del mod ord">
          <ac:chgData name="Sezer, Tolga" userId="f1c5d885-773e-4e21-b07f-6f582f223546" providerId="ADAL" clId="{A7DCDA5C-9D6C-405F-9260-90C4873771E0}" dt="2026-01-26T20:45:11.036" v="212" actId="21"/>
          <ac:picMkLst>
            <pc:docMk/>
            <pc:sldMk cId="3250718023" sldId="263"/>
            <ac:picMk id="1026" creationId="{FA7E077C-E3EF-8C0E-4960-9496FE273FEB}"/>
          </ac:picMkLst>
        </pc:picChg>
        <pc:picChg chg="add mod ord">
          <ac:chgData name="Sezer, Tolga" userId="f1c5d885-773e-4e21-b07f-6f582f223546" providerId="ADAL" clId="{A7DCDA5C-9D6C-405F-9260-90C4873771E0}" dt="2026-01-26T20:45:42.511" v="216" actId="962"/>
          <ac:picMkLst>
            <pc:docMk/>
            <pc:sldMk cId="3250718023" sldId="263"/>
            <ac:picMk id="1028" creationId="{8CC0906A-C3D8-9315-078F-9173A0317F53}"/>
          </ac:picMkLst>
        </pc:picChg>
      </pc:sldChg>
      <pc:sldChg chg="addSp delSp modSp new mod">
        <pc:chgData name="Sezer, Tolga" userId="f1c5d885-773e-4e21-b07f-6f582f223546" providerId="ADAL" clId="{A7DCDA5C-9D6C-405F-9260-90C4873771E0}" dt="2026-01-26T21:05:14.143" v="289" actId="1076"/>
        <pc:sldMkLst>
          <pc:docMk/>
          <pc:sldMk cId="3304558001" sldId="264"/>
        </pc:sldMkLst>
        <pc:spChg chg="mod">
          <ac:chgData name="Sezer, Tolga" userId="f1c5d885-773e-4e21-b07f-6f582f223546" providerId="ADAL" clId="{A7DCDA5C-9D6C-405F-9260-90C4873771E0}" dt="2026-01-26T21:00:38.008" v="281" actId="20577"/>
          <ac:spMkLst>
            <pc:docMk/>
            <pc:sldMk cId="3304558001" sldId="264"/>
            <ac:spMk id="2" creationId="{A34772D9-58F6-7EFB-8EE4-61BBF18AE67D}"/>
          </ac:spMkLst>
        </pc:spChg>
        <pc:spChg chg="del mod">
          <ac:chgData name="Sezer, Tolga" userId="f1c5d885-773e-4e21-b07f-6f582f223546" providerId="ADAL" clId="{A7DCDA5C-9D6C-405F-9260-90C4873771E0}" dt="2026-01-26T21:05:09.954" v="287"/>
          <ac:spMkLst>
            <pc:docMk/>
            <pc:sldMk cId="3304558001" sldId="264"/>
            <ac:spMk id="3" creationId="{74A8C7AD-6CE3-0340-6026-3245D60AAAE3}"/>
          </ac:spMkLst>
        </pc:spChg>
        <pc:picChg chg="add mod">
          <ac:chgData name="Sezer, Tolga" userId="f1c5d885-773e-4e21-b07f-6f582f223546" providerId="ADAL" clId="{A7DCDA5C-9D6C-405F-9260-90C4873771E0}" dt="2026-01-26T21:05:14.143" v="289" actId="1076"/>
          <ac:picMkLst>
            <pc:docMk/>
            <pc:sldMk cId="3304558001" sldId="264"/>
            <ac:picMk id="4" creationId="{84A1716D-8F6C-7017-9328-C7B2995F3677}"/>
          </ac:picMkLst>
        </pc:picChg>
        <pc:picChg chg="add mod">
          <ac:chgData name="Sezer, Tolga" userId="f1c5d885-773e-4e21-b07f-6f582f223546" providerId="ADAL" clId="{A7DCDA5C-9D6C-405F-9260-90C4873771E0}" dt="2026-01-26T21:05:11.889" v="288" actId="1076"/>
          <ac:picMkLst>
            <pc:docMk/>
            <pc:sldMk cId="3304558001" sldId="264"/>
            <ac:picMk id="4098" creationId="{9BDD5B1E-0B22-7F00-BADB-3FE753A7BDEE}"/>
          </ac:picMkLst>
        </pc:picChg>
        <pc:picChg chg="add del mod">
          <ac:chgData name="Sezer, Tolga" userId="f1c5d885-773e-4e21-b07f-6f582f223546" providerId="ADAL" clId="{A7DCDA5C-9D6C-405F-9260-90C4873771E0}" dt="2026-01-26T21:02:04.533" v="282" actId="21"/>
          <ac:picMkLst>
            <pc:docMk/>
            <pc:sldMk cId="3304558001" sldId="264"/>
            <ac:picMk id="4102" creationId="{86B79243-3559-38B3-98D1-22DE6BBC2E0C}"/>
          </ac:picMkLst>
        </pc:picChg>
      </pc:sldChg>
      <pc:sldChg chg="addSp modSp new del mod">
        <pc:chgData name="Sezer, Tolga" userId="f1c5d885-773e-4e21-b07f-6f582f223546" providerId="ADAL" clId="{A7DCDA5C-9D6C-405F-9260-90C4873771E0}" dt="2026-01-26T20:50:23.970" v="244" actId="2696"/>
        <pc:sldMkLst>
          <pc:docMk/>
          <pc:sldMk cId="29630285" sldId="265"/>
        </pc:sldMkLst>
      </pc:sldChg>
      <pc:sldChg chg="addSp delSp modSp new mod setBg">
        <pc:chgData name="Sezer, Tolga" userId="f1c5d885-773e-4e21-b07f-6f582f223546" providerId="ADAL" clId="{A7DCDA5C-9D6C-405F-9260-90C4873771E0}" dt="2026-01-26T22:00:24.059" v="373" actId="1076"/>
        <pc:sldMkLst>
          <pc:docMk/>
          <pc:sldMk cId="1191002672" sldId="266"/>
        </pc:sldMkLst>
        <pc:spChg chg="mod">
          <ac:chgData name="Sezer, Tolga" userId="f1c5d885-773e-4e21-b07f-6f582f223546" providerId="ADAL" clId="{A7DCDA5C-9D6C-405F-9260-90C4873771E0}" dt="2026-01-26T21:51:53.820" v="347" actId="26606"/>
          <ac:spMkLst>
            <pc:docMk/>
            <pc:sldMk cId="1191002672" sldId="266"/>
            <ac:spMk id="2" creationId="{6C9724A8-B76A-F7B1-3BEC-500F4CCA1BC4}"/>
          </ac:spMkLst>
        </pc:spChg>
        <pc:spChg chg="mod ord">
          <ac:chgData name="Sezer, Tolga" userId="f1c5d885-773e-4e21-b07f-6f582f223546" providerId="ADAL" clId="{A7DCDA5C-9D6C-405F-9260-90C4873771E0}" dt="2026-01-26T21:54:37.654" v="356"/>
          <ac:spMkLst>
            <pc:docMk/>
            <pc:sldMk cId="1191002672" sldId="266"/>
            <ac:spMk id="3" creationId="{B15A9AA2-76BE-DB67-1697-317D2A209B1F}"/>
          </ac:spMkLst>
        </pc:spChg>
        <pc:spChg chg="add del">
          <ac:chgData name="Sezer, Tolga" userId="f1c5d885-773e-4e21-b07f-6f582f223546" providerId="ADAL" clId="{A7DCDA5C-9D6C-405F-9260-90C4873771E0}" dt="2026-01-26T21:51:53.820" v="347" actId="26606"/>
          <ac:spMkLst>
            <pc:docMk/>
            <pc:sldMk cId="1191002672" sldId="266"/>
            <ac:spMk id="5127" creationId="{7E6D2D34-4BB4-460B-8844-027610FB21F5}"/>
          </ac:spMkLst>
        </pc:spChg>
        <pc:grpChg chg="add del">
          <ac:chgData name="Sezer, Tolga" userId="f1c5d885-773e-4e21-b07f-6f582f223546" providerId="ADAL" clId="{A7DCDA5C-9D6C-405F-9260-90C4873771E0}" dt="2026-01-26T21:51:53.820" v="347" actId="26606"/>
          <ac:grpSpMkLst>
            <pc:docMk/>
            <pc:sldMk cId="1191002672" sldId="266"/>
            <ac:grpSpMk id="5129" creationId="{C5314570-9B06-4D37-8CBD-EDD67C2FA205}"/>
          </ac:grpSpMkLst>
        </pc:grpChg>
        <pc:picChg chg="add mod">
          <ac:chgData name="Sezer, Tolga" userId="f1c5d885-773e-4e21-b07f-6f582f223546" providerId="ADAL" clId="{A7DCDA5C-9D6C-405F-9260-90C4873771E0}" dt="2026-01-26T22:00:17.571" v="371" actId="1076"/>
          <ac:picMkLst>
            <pc:docMk/>
            <pc:sldMk cId="1191002672" sldId="266"/>
            <ac:picMk id="4" creationId="{DC701704-1E13-C862-773A-4C9C504A0924}"/>
          </ac:picMkLst>
        </pc:picChg>
        <pc:picChg chg="add mod">
          <ac:chgData name="Sezer, Tolga" userId="f1c5d885-773e-4e21-b07f-6f582f223546" providerId="ADAL" clId="{A7DCDA5C-9D6C-405F-9260-90C4873771E0}" dt="2026-01-26T22:00:24.059" v="373" actId="1076"/>
          <ac:picMkLst>
            <pc:docMk/>
            <pc:sldMk cId="1191002672" sldId="266"/>
            <ac:picMk id="5122" creationId="{9746C36E-EFC6-FCBA-F8F5-5CDB7701F545}"/>
          </ac:picMkLst>
        </pc:picChg>
      </pc:sldChg>
      <pc:sldChg chg="addSp delSp modSp new mod ord">
        <pc:chgData name="Sezer, Tolga" userId="f1c5d885-773e-4e21-b07f-6f582f223546" providerId="ADAL" clId="{A7DCDA5C-9D6C-405F-9260-90C4873771E0}" dt="2026-01-26T21:57:22.917" v="357" actId="1076"/>
        <pc:sldMkLst>
          <pc:docMk/>
          <pc:sldMk cId="4010486308" sldId="267"/>
        </pc:sldMkLst>
        <pc:spChg chg="mod">
          <ac:chgData name="Sezer, Tolga" userId="f1c5d885-773e-4e21-b07f-6f582f223546" providerId="ADAL" clId="{A7DCDA5C-9D6C-405F-9260-90C4873771E0}" dt="2026-01-26T20:50:17.759" v="243" actId="20577"/>
          <ac:spMkLst>
            <pc:docMk/>
            <pc:sldMk cId="4010486308" sldId="267"/>
            <ac:spMk id="2" creationId="{3DDE7972-AAAC-EF0B-707A-6CB04A55A6B8}"/>
          </ac:spMkLst>
        </pc:spChg>
        <pc:picChg chg="add del mod">
          <ac:chgData name="Sezer, Tolga" userId="f1c5d885-773e-4e21-b07f-6f582f223546" providerId="ADAL" clId="{A7DCDA5C-9D6C-405F-9260-90C4873771E0}" dt="2026-01-26T21:09:57.941" v="294" actId="21"/>
          <ac:picMkLst>
            <pc:docMk/>
            <pc:sldMk cId="4010486308" sldId="267"/>
            <ac:picMk id="3074" creationId="{38B29923-7F35-8CAE-C4C6-2478B2E4240D}"/>
          </ac:picMkLst>
        </pc:picChg>
        <pc:picChg chg="add mod">
          <ac:chgData name="Sezer, Tolga" userId="f1c5d885-773e-4e21-b07f-6f582f223546" providerId="ADAL" clId="{A7DCDA5C-9D6C-405F-9260-90C4873771E0}" dt="2026-01-26T21:57:22.917" v="357" actId="1076"/>
          <ac:picMkLst>
            <pc:docMk/>
            <pc:sldMk cId="4010486308" sldId="267"/>
            <ac:picMk id="7172" creationId="{CAF1D04E-FA68-47B1-340C-82A196A641C4}"/>
          </ac:picMkLst>
        </pc:picChg>
      </pc:sldChg>
      <pc:sldChg chg="addSp delSp modSp new mod setBg">
        <pc:chgData name="Sezer, Tolga" userId="f1c5d885-773e-4e21-b07f-6f582f223546" providerId="ADAL" clId="{A7DCDA5C-9D6C-405F-9260-90C4873771E0}" dt="2026-01-26T21:59:06.043" v="364" actId="26606"/>
        <pc:sldMkLst>
          <pc:docMk/>
          <pc:sldMk cId="2081117737" sldId="268"/>
        </pc:sldMkLst>
        <pc:spChg chg="del mod">
          <ac:chgData name="Sezer, Tolga" userId="f1c5d885-773e-4e21-b07f-6f582f223546" providerId="ADAL" clId="{A7DCDA5C-9D6C-405F-9260-90C4873771E0}" dt="2026-01-26T20:52:51.523" v="267" actId="26606"/>
          <ac:spMkLst>
            <pc:docMk/>
            <pc:sldMk cId="2081117737" sldId="268"/>
            <ac:spMk id="2" creationId="{BF2F178B-CD78-1C2D-AA46-807100A5A6CB}"/>
          </ac:spMkLst>
        </pc:spChg>
        <pc:spChg chg="del">
          <ac:chgData name="Sezer, Tolga" userId="f1c5d885-773e-4e21-b07f-6f582f223546" providerId="ADAL" clId="{A7DCDA5C-9D6C-405F-9260-90C4873771E0}" dt="2026-01-26T20:52:51.523" v="267" actId="26606"/>
          <ac:spMkLst>
            <pc:docMk/>
            <pc:sldMk cId="2081117737" sldId="268"/>
            <ac:spMk id="3" creationId="{0D26D069-7B44-336C-7C05-C8348091F7B8}"/>
          </ac:spMkLst>
        </pc:spChg>
        <pc:spChg chg="add del mod">
          <ac:chgData name="Sezer, Tolga" userId="f1c5d885-773e-4e21-b07f-6f582f223546" providerId="ADAL" clId="{A7DCDA5C-9D6C-405F-9260-90C4873771E0}" dt="2026-01-26T21:59:06.043" v="364" actId="26606"/>
          <ac:spMkLst>
            <pc:docMk/>
            <pc:sldMk cId="2081117737" sldId="268"/>
            <ac:spMk id="4" creationId="{93B46178-2CDB-E57E-8AC7-BE64696DA6A3}"/>
          </ac:spMkLst>
        </pc:spChg>
        <pc:spChg chg="add del">
          <ac:chgData name="Sezer, Tolga" userId="f1c5d885-773e-4e21-b07f-6f582f223546" providerId="ADAL" clId="{A7DCDA5C-9D6C-405F-9260-90C4873771E0}" dt="2026-01-26T21:00:10.463" v="275" actId="26606"/>
          <ac:spMkLst>
            <pc:docMk/>
            <pc:sldMk cId="2081117737" sldId="268"/>
            <ac:spMk id="2055" creationId="{22F15A2D-2324-487D-A02A-BF46C5C580EB}"/>
          </ac:spMkLst>
        </pc:spChg>
        <pc:spChg chg="add del">
          <ac:chgData name="Sezer, Tolga" userId="f1c5d885-773e-4e21-b07f-6f582f223546" providerId="ADAL" clId="{A7DCDA5C-9D6C-405F-9260-90C4873771E0}" dt="2026-01-26T21:00:10.463" v="275" actId="26606"/>
          <ac:spMkLst>
            <pc:docMk/>
            <pc:sldMk cId="2081117737" sldId="268"/>
            <ac:spMk id="2057" creationId="{2AEAFA59-923A-4F54-8B49-44C970BCC323}"/>
          </ac:spMkLst>
        </pc:spChg>
        <pc:spChg chg="add del">
          <ac:chgData name="Sezer, Tolga" userId="f1c5d885-773e-4e21-b07f-6f582f223546" providerId="ADAL" clId="{A7DCDA5C-9D6C-405F-9260-90C4873771E0}" dt="2026-01-26T21:00:10.463" v="275" actId="26606"/>
          <ac:spMkLst>
            <pc:docMk/>
            <pc:sldMk cId="2081117737" sldId="268"/>
            <ac:spMk id="2059" creationId="{C37E9D4B-7BFA-4D10-B666-547BAC499469}"/>
          </ac:spMkLst>
        </pc:spChg>
        <pc:spChg chg="add del">
          <ac:chgData name="Sezer, Tolga" userId="f1c5d885-773e-4e21-b07f-6f582f223546" providerId="ADAL" clId="{A7DCDA5C-9D6C-405F-9260-90C4873771E0}" dt="2026-01-26T21:10:52.449" v="296" actId="26606"/>
          <ac:spMkLst>
            <pc:docMk/>
            <pc:sldMk cId="2081117737" sldId="268"/>
            <ac:spMk id="2064" creationId="{7ED7575E-88D2-B771-681D-46A7E55415DD}"/>
          </ac:spMkLst>
        </pc:spChg>
        <pc:spChg chg="add">
          <ac:chgData name="Sezer, Tolga" userId="f1c5d885-773e-4e21-b07f-6f582f223546" providerId="ADAL" clId="{A7DCDA5C-9D6C-405F-9260-90C4873771E0}" dt="2026-01-26T21:59:06.043" v="364" actId="26606"/>
          <ac:spMkLst>
            <pc:docMk/>
            <pc:sldMk cId="2081117737" sldId="268"/>
            <ac:spMk id="2078" creationId="{01D0AF59-99C3-4251-AB9A-C966C6AD4400}"/>
          </ac:spMkLst>
        </pc:spChg>
        <pc:spChg chg="add">
          <ac:chgData name="Sezer, Tolga" userId="f1c5d885-773e-4e21-b07f-6f582f223546" providerId="ADAL" clId="{A7DCDA5C-9D6C-405F-9260-90C4873771E0}" dt="2026-01-26T21:59:06.043" v="364" actId="26606"/>
          <ac:spMkLst>
            <pc:docMk/>
            <pc:sldMk cId="2081117737" sldId="268"/>
            <ac:spMk id="2080" creationId="{1855405F-37A2-4869-9154-F8BE3BECE6C3}"/>
          </ac:spMkLst>
        </pc:spChg>
        <pc:grpChg chg="add del">
          <ac:chgData name="Sezer, Tolga" userId="f1c5d885-773e-4e21-b07f-6f582f223546" providerId="ADAL" clId="{A7DCDA5C-9D6C-405F-9260-90C4873771E0}" dt="2026-01-26T21:59:06.043" v="364" actId="26606"/>
          <ac:grpSpMkLst>
            <pc:docMk/>
            <pc:sldMk cId="2081117737" sldId="268"/>
            <ac:grpSpMk id="2071" creationId="{31C49F18-8757-4E87-5C2E-9D6D7B82BA3B}"/>
          </ac:grpSpMkLst>
        </pc:grpChg>
        <pc:picChg chg="add del mod">
          <ac:chgData name="Sezer, Tolga" userId="f1c5d885-773e-4e21-b07f-6f582f223546" providerId="ADAL" clId="{A7DCDA5C-9D6C-405F-9260-90C4873771E0}" dt="2026-01-26T20:59:57.630" v="273" actId="21"/>
          <ac:picMkLst>
            <pc:docMk/>
            <pc:sldMk cId="2081117737" sldId="268"/>
            <ac:picMk id="2050" creationId="{C6E27D44-6C38-FA8A-D5C7-2EEDE8852550}"/>
          </ac:picMkLst>
        </pc:picChg>
        <pc:picChg chg="add mod">
          <ac:chgData name="Sezer, Tolga" userId="f1c5d885-773e-4e21-b07f-6f582f223546" providerId="ADAL" clId="{A7DCDA5C-9D6C-405F-9260-90C4873771E0}" dt="2026-01-26T21:59:06.043" v="364" actId="26606"/>
          <ac:picMkLst>
            <pc:docMk/>
            <pc:sldMk cId="2081117737" sldId="268"/>
            <ac:picMk id="2051" creationId="{9E70B0DD-815B-19DE-3AE8-EBD92166C84E}"/>
          </ac:picMkLst>
        </pc:picChg>
        <pc:cxnChg chg="add del">
          <ac:chgData name="Sezer, Tolga" userId="f1c5d885-773e-4e21-b07f-6f582f223546" providerId="ADAL" clId="{A7DCDA5C-9D6C-405F-9260-90C4873771E0}" dt="2026-01-26T21:10:52.449" v="296" actId="26606"/>
          <ac:cxnSpMkLst>
            <pc:docMk/>
            <pc:sldMk cId="2081117737" sldId="268"/>
            <ac:cxnSpMk id="2066" creationId="{249EDD1B-F94D-B4E6-ACAA-566B9A26FDE3}"/>
          </ac:cxnSpMkLst>
        </pc:cxnChg>
      </pc:sldChg>
      <pc:sldChg chg="addSp delSp modSp new mod setBg modAnim">
        <pc:chgData name="Sezer, Tolga" userId="f1c5d885-773e-4e21-b07f-6f582f223546" providerId="ADAL" clId="{A7DCDA5C-9D6C-405F-9260-90C4873771E0}" dt="2026-01-26T21:51:25.818" v="345" actId="26606"/>
        <pc:sldMkLst>
          <pc:docMk/>
          <pc:sldMk cId="4060967647" sldId="269"/>
        </pc:sldMkLst>
        <pc:spChg chg="add del mod">
          <ac:chgData name="Sezer, Tolga" userId="f1c5d885-773e-4e21-b07f-6f582f223546" providerId="ADAL" clId="{A7DCDA5C-9D6C-405F-9260-90C4873771E0}" dt="2026-01-26T21:44:18.291" v="343"/>
          <ac:spMkLst>
            <pc:docMk/>
            <pc:sldMk cId="4060967647" sldId="269"/>
            <ac:spMk id="3" creationId="{A111B913-586E-9747-E3BC-F672AF3AD22D}"/>
          </ac:spMkLst>
        </pc:spChg>
        <pc:spChg chg="add">
          <ac:chgData name="Sezer, Tolga" userId="f1c5d885-773e-4e21-b07f-6f582f223546" providerId="ADAL" clId="{A7DCDA5C-9D6C-405F-9260-90C4873771E0}" dt="2026-01-26T21:51:25.818" v="345" actId="26606"/>
          <ac:spMkLst>
            <pc:docMk/>
            <pc:sldMk cId="4060967647" sldId="269"/>
            <ac:spMk id="9" creationId="{01D0AF59-99C3-4251-AB9A-C966C6AD4400}"/>
          </ac:spMkLst>
        </pc:spChg>
        <pc:spChg chg="add">
          <ac:chgData name="Sezer, Tolga" userId="f1c5d885-773e-4e21-b07f-6f582f223546" providerId="ADAL" clId="{A7DCDA5C-9D6C-405F-9260-90C4873771E0}" dt="2026-01-26T21:51:25.818" v="345" actId="26606"/>
          <ac:spMkLst>
            <pc:docMk/>
            <pc:sldMk cId="4060967647" sldId="269"/>
            <ac:spMk id="11" creationId="{1855405F-37A2-4869-9154-F8BE3BECE6C3}"/>
          </ac:spMkLst>
        </pc:spChg>
        <pc:picChg chg="add mod">
          <ac:chgData name="Sezer, Tolga" userId="f1c5d885-773e-4e21-b07f-6f582f223546" providerId="ADAL" clId="{A7DCDA5C-9D6C-405F-9260-90C4873771E0}" dt="2026-01-26T21:51:25.818" v="345" actId="26606"/>
          <ac:picMkLst>
            <pc:docMk/>
            <pc:sldMk cId="4060967647" sldId="269"/>
            <ac:picMk id="4" creationId="{8F167859-096C-3BE5-120A-6549DE85FCAD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A979B7-9490-491F-962A-64514B6A551B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B38C056-CD4A-42E7-87D0-9FC7A5EAA655}">
      <dgm:prSet/>
      <dgm:spPr/>
      <dgm:t>
        <a:bodyPr/>
        <a:lstStyle/>
        <a:p>
          <a:r>
            <a:rPr lang="en-US"/>
            <a:t>Sie schützen vor Überlast und Kurzschluss.</a:t>
          </a:r>
        </a:p>
      </dgm:t>
    </dgm:pt>
    <dgm:pt modelId="{11E0CC88-A217-4DD5-A6F7-09C53DC6E32E}" type="parTrans" cxnId="{5C9B574F-D5E9-4D57-8C05-7DA05C6872E2}">
      <dgm:prSet/>
      <dgm:spPr/>
      <dgm:t>
        <a:bodyPr/>
        <a:lstStyle/>
        <a:p>
          <a:endParaRPr lang="en-US"/>
        </a:p>
      </dgm:t>
    </dgm:pt>
    <dgm:pt modelId="{83660F96-5162-434F-9E23-D0B739D7DEA9}" type="sibTrans" cxnId="{5C9B574F-D5E9-4D57-8C05-7DA05C6872E2}">
      <dgm:prSet/>
      <dgm:spPr/>
      <dgm:t>
        <a:bodyPr/>
        <a:lstStyle/>
        <a:p>
          <a:endParaRPr lang="en-US"/>
        </a:p>
      </dgm:t>
    </dgm:pt>
    <dgm:pt modelId="{0444F2A3-CA25-486D-AEFB-0EA75ABC115D}">
      <dgm:prSet/>
      <dgm:spPr/>
      <dgm:t>
        <a:bodyPr/>
        <a:lstStyle/>
        <a:p>
          <a:r>
            <a:rPr lang="en-US"/>
            <a:t>Nach Auslösung nicht wiederverwendbar.</a:t>
          </a:r>
        </a:p>
      </dgm:t>
    </dgm:pt>
    <dgm:pt modelId="{7D81EBB2-6E18-43DE-9D6B-416443F28496}" type="parTrans" cxnId="{E5300540-BC30-4EB2-A69E-8295D710C107}">
      <dgm:prSet/>
      <dgm:spPr/>
      <dgm:t>
        <a:bodyPr/>
        <a:lstStyle/>
        <a:p>
          <a:endParaRPr lang="en-US"/>
        </a:p>
      </dgm:t>
    </dgm:pt>
    <dgm:pt modelId="{0EB1D68C-378A-4C09-B484-A5907E1824ED}" type="sibTrans" cxnId="{E5300540-BC30-4EB2-A69E-8295D710C107}">
      <dgm:prSet/>
      <dgm:spPr/>
      <dgm:t>
        <a:bodyPr/>
        <a:lstStyle/>
        <a:p>
          <a:endParaRPr lang="en-US"/>
        </a:p>
      </dgm:t>
    </dgm:pt>
    <dgm:pt modelId="{A96F883E-E65E-4BE4-8B0B-591799691A62}" type="pres">
      <dgm:prSet presAssocID="{DCA979B7-9490-491F-962A-64514B6A551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DDFA89A-0A23-4280-87B5-8719B5D16FF1}" type="pres">
      <dgm:prSet presAssocID="{BB38C056-CD4A-42E7-87D0-9FC7A5EAA655}" presName="hierRoot1" presStyleCnt="0"/>
      <dgm:spPr/>
    </dgm:pt>
    <dgm:pt modelId="{854BB86C-319D-4C25-8A67-D0D0432368F4}" type="pres">
      <dgm:prSet presAssocID="{BB38C056-CD4A-42E7-87D0-9FC7A5EAA655}" presName="composite" presStyleCnt="0"/>
      <dgm:spPr/>
    </dgm:pt>
    <dgm:pt modelId="{BCA01227-1264-48A6-ABDA-8DDFEAD31F69}" type="pres">
      <dgm:prSet presAssocID="{BB38C056-CD4A-42E7-87D0-9FC7A5EAA655}" presName="background" presStyleLbl="node0" presStyleIdx="0" presStyleCnt="2"/>
      <dgm:spPr/>
    </dgm:pt>
    <dgm:pt modelId="{4BFA7120-54EE-48FD-9E86-D48371D8FC5B}" type="pres">
      <dgm:prSet presAssocID="{BB38C056-CD4A-42E7-87D0-9FC7A5EAA655}" presName="text" presStyleLbl="fgAcc0" presStyleIdx="0" presStyleCnt="2">
        <dgm:presLayoutVars>
          <dgm:chPref val="3"/>
        </dgm:presLayoutVars>
      </dgm:prSet>
      <dgm:spPr/>
    </dgm:pt>
    <dgm:pt modelId="{9F8C15E7-C39D-44A4-A291-C834884C19F9}" type="pres">
      <dgm:prSet presAssocID="{BB38C056-CD4A-42E7-87D0-9FC7A5EAA655}" presName="hierChild2" presStyleCnt="0"/>
      <dgm:spPr/>
    </dgm:pt>
    <dgm:pt modelId="{D5BA88E7-CDB5-4EE8-8CB5-7D1CC2D0F61B}" type="pres">
      <dgm:prSet presAssocID="{0444F2A3-CA25-486D-AEFB-0EA75ABC115D}" presName="hierRoot1" presStyleCnt="0"/>
      <dgm:spPr/>
    </dgm:pt>
    <dgm:pt modelId="{FC978151-A056-4085-AB6E-06DFBE8B8EFE}" type="pres">
      <dgm:prSet presAssocID="{0444F2A3-CA25-486D-AEFB-0EA75ABC115D}" presName="composite" presStyleCnt="0"/>
      <dgm:spPr/>
    </dgm:pt>
    <dgm:pt modelId="{A00E4227-299A-444D-89B5-A01035C5BF5D}" type="pres">
      <dgm:prSet presAssocID="{0444F2A3-CA25-486D-AEFB-0EA75ABC115D}" presName="background" presStyleLbl="node0" presStyleIdx="1" presStyleCnt="2"/>
      <dgm:spPr/>
    </dgm:pt>
    <dgm:pt modelId="{5C637803-9906-432C-AC7F-2C50FCF3FBD0}" type="pres">
      <dgm:prSet presAssocID="{0444F2A3-CA25-486D-AEFB-0EA75ABC115D}" presName="text" presStyleLbl="fgAcc0" presStyleIdx="1" presStyleCnt="2">
        <dgm:presLayoutVars>
          <dgm:chPref val="3"/>
        </dgm:presLayoutVars>
      </dgm:prSet>
      <dgm:spPr/>
    </dgm:pt>
    <dgm:pt modelId="{C57C5CE2-0D0F-435D-83CD-61FBAA38B831}" type="pres">
      <dgm:prSet presAssocID="{0444F2A3-CA25-486D-AEFB-0EA75ABC115D}" presName="hierChild2" presStyleCnt="0"/>
      <dgm:spPr/>
    </dgm:pt>
  </dgm:ptLst>
  <dgm:cxnLst>
    <dgm:cxn modelId="{E5300540-BC30-4EB2-A69E-8295D710C107}" srcId="{DCA979B7-9490-491F-962A-64514B6A551B}" destId="{0444F2A3-CA25-486D-AEFB-0EA75ABC115D}" srcOrd="1" destOrd="0" parTransId="{7D81EBB2-6E18-43DE-9D6B-416443F28496}" sibTransId="{0EB1D68C-378A-4C09-B484-A5907E1824ED}"/>
    <dgm:cxn modelId="{AC5B3B49-23B1-4BAB-B74D-E75895317B9C}" type="presOf" srcId="{DCA979B7-9490-491F-962A-64514B6A551B}" destId="{A96F883E-E65E-4BE4-8B0B-591799691A62}" srcOrd="0" destOrd="0" presId="urn:microsoft.com/office/officeart/2005/8/layout/hierarchy1"/>
    <dgm:cxn modelId="{5C9B574F-D5E9-4D57-8C05-7DA05C6872E2}" srcId="{DCA979B7-9490-491F-962A-64514B6A551B}" destId="{BB38C056-CD4A-42E7-87D0-9FC7A5EAA655}" srcOrd="0" destOrd="0" parTransId="{11E0CC88-A217-4DD5-A6F7-09C53DC6E32E}" sibTransId="{83660F96-5162-434F-9E23-D0B739D7DEA9}"/>
    <dgm:cxn modelId="{C4DFE9BC-E944-4E59-9800-F0B959193108}" type="presOf" srcId="{BB38C056-CD4A-42E7-87D0-9FC7A5EAA655}" destId="{4BFA7120-54EE-48FD-9E86-D48371D8FC5B}" srcOrd="0" destOrd="0" presId="urn:microsoft.com/office/officeart/2005/8/layout/hierarchy1"/>
    <dgm:cxn modelId="{045C2AF8-6154-46E4-8AA8-0AF191C730CB}" type="presOf" srcId="{0444F2A3-CA25-486D-AEFB-0EA75ABC115D}" destId="{5C637803-9906-432C-AC7F-2C50FCF3FBD0}" srcOrd="0" destOrd="0" presId="urn:microsoft.com/office/officeart/2005/8/layout/hierarchy1"/>
    <dgm:cxn modelId="{5D2EE990-DAD2-4A0F-A50B-192A70C91B45}" type="presParOf" srcId="{A96F883E-E65E-4BE4-8B0B-591799691A62}" destId="{9DDFA89A-0A23-4280-87B5-8719B5D16FF1}" srcOrd="0" destOrd="0" presId="urn:microsoft.com/office/officeart/2005/8/layout/hierarchy1"/>
    <dgm:cxn modelId="{15C41C68-5F9D-4A7B-8FB7-97B50B09AF83}" type="presParOf" srcId="{9DDFA89A-0A23-4280-87B5-8719B5D16FF1}" destId="{854BB86C-319D-4C25-8A67-D0D0432368F4}" srcOrd="0" destOrd="0" presId="urn:microsoft.com/office/officeart/2005/8/layout/hierarchy1"/>
    <dgm:cxn modelId="{E2D21D3C-78DE-4F89-94FF-5D2478009197}" type="presParOf" srcId="{854BB86C-319D-4C25-8A67-D0D0432368F4}" destId="{BCA01227-1264-48A6-ABDA-8DDFEAD31F69}" srcOrd="0" destOrd="0" presId="urn:microsoft.com/office/officeart/2005/8/layout/hierarchy1"/>
    <dgm:cxn modelId="{7A07E7F8-E8C8-44EB-9960-DFDA1099F63E}" type="presParOf" srcId="{854BB86C-319D-4C25-8A67-D0D0432368F4}" destId="{4BFA7120-54EE-48FD-9E86-D48371D8FC5B}" srcOrd="1" destOrd="0" presId="urn:microsoft.com/office/officeart/2005/8/layout/hierarchy1"/>
    <dgm:cxn modelId="{0D534FEE-1A76-488F-A1C0-27EF08B28376}" type="presParOf" srcId="{9DDFA89A-0A23-4280-87B5-8719B5D16FF1}" destId="{9F8C15E7-C39D-44A4-A291-C834884C19F9}" srcOrd="1" destOrd="0" presId="urn:microsoft.com/office/officeart/2005/8/layout/hierarchy1"/>
    <dgm:cxn modelId="{02E99D90-E366-4A26-BCE4-39430E5727A0}" type="presParOf" srcId="{A96F883E-E65E-4BE4-8B0B-591799691A62}" destId="{D5BA88E7-CDB5-4EE8-8CB5-7D1CC2D0F61B}" srcOrd="1" destOrd="0" presId="urn:microsoft.com/office/officeart/2005/8/layout/hierarchy1"/>
    <dgm:cxn modelId="{A03156E3-E978-422D-9DB1-CB4159E114BE}" type="presParOf" srcId="{D5BA88E7-CDB5-4EE8-8CB5-7D1CC2D0F61B}" destId="{FC978151-A056-4085-AB6E-06DFBE8B8EFE}" srcOrd="0" destOrd="0" presId="urn:microsoft.com/office/officeart/2005/8/layout/hierarchy1"/>
    <dgm:cxn modelId="{2993DFC7-0B02-4C60-94F9-938FD128718B}" type="presParOf" srcId="{FC978151-A056-4085-AB6E-06DFBE8B8EFE}" destId="{A00E4227-299A-444D-89B5-A01035C5BF5D}" srcOrd="0" destOrd="0" presId="urn:microsoft.com/office/officeart/2005/8/layout/hierarchy1"/>
    <dgm:cxn modelId="{F7447F3E-F8CD-4AFD-9A73-030DA27846AF}" type="presParOf" srcId="{FC978151-A056-4085-AB6E-06DFBE8B8EFE}" destId="{5C637803-9906-432C-AC7F-2C50FCF3FBD0}" srcOrd="1" destOrd="0" presId="urn:microsoft.com/office/officeart/2005/8/layout/hierarchy1"/>
    <dgm:cxn modelId="{5AD5F575-6F5A-46A1-8AE0-7E226E8740B4}" type="presParOf" srcId="{D5BA88E7-CDB5-4EE8-8CB5-7D1CC2D0F61B}" destId="{C57C5CE2-0D0F-435D-83CD-61FBAA38B83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A01227-1264-48A6-ABDA-8DDFEAD31F69}">
      <dsp:nvSpPr>
        <dsp:cNvPr id="0" name=""/>
        <dsp:cNvSpPr/>
      </dsp:nvSpPr>
      <dsp:spPr>
        <a:xfrm>
          <a:off x="1004" y="957341"/>
          <a:ext cx="3526110" cy="22390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FA7120-54EE-48FD-9E86-D48371D8FC5B}">
      <dsp:nvSpPr>
        <dsp:cNvPr id="0" name=""/>
        <dsp:cNvSpPr/>
      </dsp:nvSpPr>
      <dsp:spPr>
        <a:xfrm>
          <a:off x="392794" y="1329541"/>
          <a:ext cx="3526110" cy="22390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Sie schützen vor Überlast und Kurzschluss.</a:t>
          </a:r>
        </a:p>
      </dsp:txBody>
      <dsp:txXfrm>
        <a:off x="458374" y="1395121"/>
        <a:ext cx="3394950" cy="2107920"/>
      </dsp:txXfrm>
    </dsp:sp>
    <dsp:sp modelId="{A00E4227-299A-444D-89B5-A01035C5BF5D}">
      <dsp:nvSpPr>
        <dsp:cNvPr id="0" name=""/>
        <dsp:cNvSpPr/>
      </dsp:nvSpPr>
      <dsp:spPr>
        <a:xfrm>
          <a:off x="4310695" y="957341"/>
          <a:ext cx="3526110" cy="22390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637803-9906-432C-AC7F-2C50FCF3FBD0}">
      <dsp:nvSpPr>
        <dsp:cNvPr id="0" name=""/>
        <dsp:cNvSpPr/>
      </dsp:nvSpPr>
      <dsp:spPr>
        <a:xfrm>
          <a:off x="4702485" y="1329541"/>
          <a:ext cx="3526110" cy="22390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Nach Auslösung nicht wiederverwendbar.</a:t>
          </a:r>
        </a:p>
      </dsp:txBody>
      <dsp:txXfrm>
        <a:off x="4768065" y="1395121"/>
        <a:ext cx="3394950" cy="21079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1uSLeweCyyQ?feature=oembed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Rectangle 1035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Ein Bild, das Zylinder, Text, Röhre enthält.&#10;&#10;KI-generierte Inhalte können fehlerhaft sein.">
            <a:extLst>
              <a:ext uri="{FF2B5EF4-FFF2-40B4-BE49-F238E27FC236}">
                <a16:creationId xmlns:a16="http://schemas.microsoft.com/office/drawing/2014/main" id="{8CC0906A-C3D8-9315-078F-9173A0317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7" r="-1" b="-1"/>
          <a:stretch>
            <a:fillRect/>
          </a:stretch>
        </p:blipFill>
        <p:spPr bwMode="auto">
          <a:xfrm>
            <a:off x="20" y="1"/>
            <a:ext cx="9143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C6008CF-CD7C-12C3-3014-25234A3A9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2"/>
            <a:ext cx="6858000" cy="2900518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rgbClr val="FFFFFF"/>
                </a:solidFill>
              </a:rPr>
              <a:t>Schmelzsicherungen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D102B3F-FFB8-5816-BEF2-40463B04F6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159404"/>
            <a:ext cx="6858000" cy="1098395"/>
          </a:xfrm>
        </p:spPr>
        <p:txBody>
          <a:bodyPr>
            <a:normAutofit/>
          </a:bodyPr>
          <a:lstStyle/>
          <a:p>
            <a:endParaRPr lang="de-DE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7180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Einführung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B0DEF2-9F09-AF74-DC09-1F5971E3A84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4772D9-58F6-7EFB-8EE4-61BBF18AE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Diazed</a:t>
            </a:r>
            <a:r>
              <a:rPr lang="de-DE" dirty="0"/>
              <a:t> und </a:t>
            </a:r>
            <a:r>
              <a:rPr lang="de-DE" dirty="0" err="1"/>
              <a:t>Neozed</a:t>
            </a:r>
            <a:r>
              <a:rPr lang="de-DE" dirty="0"/>
              <a:t> </a:t>
            </a:r>
          </a:p>
        </p:txBody>
      </p:sp>
      <p:pic>
        <p:nvPicPr>
          <p:cNvPr id="4" name="Picture 6" descr="SIEMENS NEOZED-Sicherung 5SE2350, D02, 50 A, gL/gG online kaufen ...">
            <a:extLst>
              <a:ext uri="{FF2B5EF4-FFF2-40B4-BE49-F238E27FC236}">
                <a16:creationId xmlns:a16="http://schemas.microsoft.com/office/drawing/2014/main" id="{84A1716D-8F6C-7017-9328-C7B2995F3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5923" y="1841254"/>
            <a:ext cx="4398077" cy="329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Fusivel Diazed 2a 500v Retardado 5sb211 Siemens – Importadora Eletrica ...">
            <a:extLst>
              <a:ext uri="{FF2B5EF4-FFF2-40B4-BE49-F238E27FC236}">
                <a16:creationId xmlns:a16="http://schemas.microsoft.com/office/drawing/2014/main" id="{9BDD5B1E-0B22-7F00-BADB-3FE753A7BDE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5" y="1929606"/>
            <a:ext cx="4514850" cy="287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4558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" name="Rectangle 2077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0" name="Rectangle 2079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1" name="20EF65E0-4CA0-425D-A8A2-7B059FFE648F" descr="88de7955-e01d-426d-84df-4c9acdb9dfa4.jpg">
            <a:extLst>
              <a:ext uri="{FF2B5EF4-FFF2-40B4-BE49-F238E27FC236}">
                <a16:creationId xmlns:a16="http://schemas.microsoft.com/office/drawing/2014/main" id="{9E70B0DD-815B-19DE-3AE8-EBD92166C8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16527" y="643467"/>
            <a:ext cx="5910945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1117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DE7972-AAAC-EF0B-707A-6CB04A55A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Aufbau und Funktionsweise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CAF1D04E-FA68-47B1-340C-82A196A641C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724" y="1157923"/>
            <a:ext cx="6381061" cy="470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0486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Farben</a:t>
            </a:r>
            <a:r>
              <a:rPr lang="en-US" sz="1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von </a:t>
            </a:r>
            <a:r>
              <a:rPr lang="en-US" sz="1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Schmelzsicherungen</a:t>
            </a:r>
            <a:br>
              <a:rPr lang="en-US" sz="1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nach</a:t>
            </a:r>
            <a:r>
              <a:rPr lang="en-US" sz="1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DIN VDE</a:t>
            </a:r>
            <a:br>
              <a:rPr lang="en-US" sz="1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0636-3:2008-03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CF4FAF1-114D-50A3-4718-4BE79ECF5D3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09" b="4916"/>
          <a:stretch/>
        </p:blipFill>
        <p:spPr bwMode="auto">
          <a:xfrm>
            <a:off x="3582987" y="850916"/>
            <a:ext cx="5085525" cy="5153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5074024"/>
            <a:ext cx="7581900" cy="5980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100"/>
              <a:t>Hausanschlusssicherungen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5672059"/>
            <a:ext cx="7581900" cy="5477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/>
              <a:t>Meist NH-Sicherungen</a:t>
            </a:r>
          </a:p>
        </p:txBody>
      </p:sp>
      <p:pic>
        <p:nvPicPr>
          <p:cNvPr id="6146" name="Picture 2" descr="nh-sicherungen">
            <a:extLst>
              <a:ext uri="{FF2B5EF4-FFF2-40B4-BE49-F238E27FC236}">
                <a16:creationId xmlns:a16="http://schemas.microsoft.com/office/drawing/2014/main" id="{A5EECE39-985C-4BAE-8E02-B1674EBBE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58" b="9268"/>
          <a:stretch>
            <a:fillRect/>
          </a:stretch>
        </p:blipFill>
        <p:spPr bwMode="auto">
          <a:xfrm>
            <a:off x="20" y="-39"/>
            <a:ext cx="9143980" cy="4172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151" name="Straight Connector 6150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4811517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9724A8-B76A-F7B1-3BEC-500F4CCA1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NH-Sicherungen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5A9AA2-76BE-DB67-1697-317D2A209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4" name="Picture 4" descr="Erkenntnisse zur Einbaulage von Sicherungen belegt - Elektropraktiker">
            <a:extLst>
              <a:ext uri="{FF2B5EF4-FFF2-40B4-BE49-F238E27FC236}">
                <a16:creationId xmlns:a16="http://schemas.microsoft.com/office/drawing/2014/main" id="{DC701704-1E13-C862-773A-4C9C504A0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30667"/>
            <a:ext cx="3595087" cy="407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NH-Sicherungen - elektro.net">
            <a:extLst>
              <a:ext uri="{FF2B5EF4-FFF2-40B4-BE49-F238E27FC236}">
                <a16:creationId xmlns:a16="http://schemas.microsoft.com/office/drawing/2014/main" id="{9746C36E-EFC6-FCBA-F8F5-5CDB7701F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601" y="1668303"/>
            <a:ext cx="5146975" cy="3937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1002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nlinemedien 3" title="Siemens Sicherungssysteme">
            <a:hlinkClick r:id="" action="ppaction://media"/>
            <a:extLst>
              <a:ext uri="{FF2B5EF4-FFF2-40B4-BE49-F238E27FC236}">
                <a16:creationId xmlns:a16="http://schemas.microsoft.com/office/drawing/2014/main" id="{8F167859-096C-3BE5-120A-6549DE85FCA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82600" y="1118489"/>
            <a:ext cx="8178799" cy="462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967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Beschriftungen</a:t>
            </a:r>
          </a:p>
        </p:txBody>
      </p:sp>
      <p:pic>
        <p:nvPicPr>
          <p:cNvPr id="5124" name="Picture 4" descr="Diazed-Sicherung Sicherungseinsatz 25A E27 D ll 5 Stück">
            <a:extLst>
              <a:ext uri="{FF2B5EF4-FFF2-40B4-BE49-F238E27FC236}">
                <a16:creationId xmlns:a16="http://schemas.microsoft.com/office/drawing/2014/main" id="{7B08F44A-13AC-C392-CDDD-96867D6EF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8844" y="1875865"/>
            <a:ext cx="3057525" cy="2446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75E35006-A6A2-6433-A6E7-20C90D791E50}"/>
              </a:ext>
            </a:extLst>
          </p:cNvPr>
          <p:cNvSpPr/>
          <p:nvPr/>
        </p:nvSpPr>
        <p:spPr>
          <a:xfrm>
            <a:off x="7947660" y="3067382"/>
            <a:ext cx="579120" cy="36161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1967680-A6DE-CB05-A002-CD89A3920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63" y="1333788"/>
            <a:ext cx="5688898" cy="41904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bde4dffc-4b60-4cf6-8b04-a5eeb25f5c4f}" enabled="0" method="" siteId="{bde4dffc-4b60-4cf6-8b04-a5eeb25f5c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Office PowerPoint</Application>
  <PresentationFormat>Bildschirmpräsentation (4:3)</PresentationFormat>
  <Paragraphs>11</Paragraphs>
  <Slides>10</Slides>
  <Notes>0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Schmelzsicherungen</vt:lpstr>
      <vt:lpstr>Einführung</vt:lpstr>
      <vt:lpstr>Diazed und Neozed </vt:lpstr>
      <vt:lpstr>PowerPoint-Präsentation</vt:lpstr>
      <vt:lpstr>Aufbau und Funktionsweise</vt:lpstr>
      <vt:lpstr>Farben von Schmelzsicherungen nach DIN VDE  0636-3:2008-03</vt:lpstr>
      <vt:lpstr>Hausanschlusssicherungen</vt:lpstr>
      <vt:lpstr>NH-Sicherungen</vt:lpstr>
      <vt:lpstr>PowerPoint-Präsentation</vt:lpstr>
      <vt:lpstr>Beschriftungen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Sezer, Tolga</dc:creator>
  <cp:keywords/>
  <dc:description>generated using python-pptx</dc:description>
  <cp:lastModifiedBy>Sezer, Tolga</cp:lastModifiedBy>
  <cp:revision>2</cp:revision>
  <dcterms:created xsi:type="dcterms:W3CDTF">2013-01-27T09:14:16Z</dcterms:created>
  <dcterms:modified xsi:type="dcterms:W3CDTF">2026-01-26T22:00:29Z</dcterms:modified>
  <cp:category/>
</cp:coreProperties>
</file>