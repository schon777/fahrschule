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Default Extension="doc" ContentType="application/msword"/>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handoutMasterIdLst>
    <p:handoutMasterId r:id="rId17"/>
  </p:handoutMasterIdLst>
  <p:sldIdLst>
    <p:sldId id="256" r:id="rId2"/>
    <p:sldId id="257" r:id="rId3"/>
    <p:sldId id="258" r:id="rId4"/>
    <p:sldId id="259" r:id="rId5"/>
    <p:sldId id="260" r:id="rId6"/>
    <p:sldId id="267" r:id="rId7"/>
    <p:sldId id="261" r:id="rId8"/>
    <p:sldId id="268" r:id="rId9"/>
    <p:sldId id="262" r:id="rId10"/>
    <p:sldId id="269" r:id="rId11"/>
    <p:sldId id="263" r:id="rId12"/>
    <p:sldId id="265" r:id="rId13"/>
    <p:sldId id="264" r:id="rId14"/>
    <p:sldId id="266" r:id="rId15"/>
  </p:sldIdLst>
  <p:sldSz cx="9144000" cy="6858000" type="screen4x3"/>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72" autoAdjust="0"/>
    <p:restoredTop sz="94590" autoAdjust="0"/>
  </p:normalViewPr>
  <p:slideViewPr>
    <p:cSldViewPr>
      <p:cViewPr varScale="1">
        <p:scale>
          <a:sx n="110" d="100"/>
          <a:sy n="110" d="100"/>
        </p:scale>
        <p:origin x="-1644"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Kopfzeilenplatzhalter 1"/>
          <p:cNvSpPr txBox="1">
            <a:spLocks noGrp="1"/>
          </p:cNvSpPr>
          <p:nvPr>
            <p:ph type="hdr" sz="quarter"/>
          </p:nvPr>
        </p:nvSpPr>
        <p:spPr>
          <a:xfrm>
            <a:off x="0" y="0"/>
            <a:ext cx="2975760" cy="456839"/>
          </a:xfrm>
          <a:prstGeom prst="rect">
            <a:avLst/>
          </a:prstGeom>
          <a:noFill/>
          <a:ln>
            <a:noFill/>
          </a:ln>
        </p:spPr>
        <p:txBody>
          <a:bodyPr vert="horz" lIns="90000" tIns="45000" rIns="90000" bIns="45000" compatLnSpc="0"/>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marL="0" marR="0" lvl="0" indent="0" algn="l"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sz="1400"/>
            </a:pPr>
            <a:endParaRPr lang="de-DE" sz="1400" b="0" i="0" u="none" strike="noStrike" baseline="0">
              <a:ln>
                <a:noFill/>
              </a:ln>
              <a:solidFill>
                <a:srgbClr val="000000"/>
              </a:solidFill>
              <a:latin typeface="Times New Roman" pitchFamily="18"/>
              <a:ea typeface="MS Gothic" pitchFamily="2"/>
              <a:cs typeface="Tahoma" pitchFamily="2"/>
            </a:endParaRPr>
          </a:p>
        </p:txBody>
      </p:sp>
      <p:sp>
        <p:nvSpPr>
          <p:cNvPr id="3" name="Datumsplatzhalter 2"/>
          <p:cNvSpPr txBox="1">
            <a:spLocks noGrp="1"/>
          </p:cNvSpPr>
          <p:nvPr>
            <p:ph type="dt" sz="quarter" idx="1"/>
          </p:nvPr>
        </p:nvSpPr>
        <p:spPr>
          <a:xfrm>
            <a:off x="3881880" y="0"/>
            <a:ext cx="2975760" cy="456839"/>
          </a:xfrm>
          <a:prstGeom prst="rect">
            <a:avLst/>
          </a:prstGeom>
          <a:noFill/>
          <a:ln>
            <a:noFill/>
          </a:ln>
        </p:spPr>
        <p:txBody>
          <a:bodyPr vert="horz" lIns="90000" tIns="45000" rIns="90000" bIns="45000" compatLnSpc="0"/>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marL="0" marR="0" lvl="0" indent="0" algn="r"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sz="1400"/>
            </a:pPr>
            <a:endParaRPr lang="de-DE" sz="1400" b="0" i="0" u="none" strike="noStrike" baseline="0">
              <a:ln>
                <a:noFill/>
              </a:ln>
              <a:solidFill>
                <a:srgbClr val="000000"/>
              </a:solidFill>
              <a:latin typeface="Times New Roman" pitchFamily="18"/>
              <a:ea typeface="MS Gothic" pitchFamily="2"/>
              <a:cs typeface="Tahoma" pitchFamily="2"/>
            </a:endParaRPr>
          </a:p>
        </p:txBody>
      </p:sp>
      <p:sp>
        <p:nvSpPr>
          <p:cNvPr id="4" name="Fußzeilenplatzhalter 3"/>
          <p:cNvSpPr txBox="1">
            <a:spLocks noGrp="1"/>
          </p:cNvSpPr>
          <p:nvPr>
            <p:ph type="ftr" sz="quarter" idx="2"/>
          </p:nvPr>
        </p:nvSpPr>
        <p:spPr>
          <a:xfrm>
            <a:off x="0" y="8686800"/>
            <a:ext cx="2975760" cy="456839"/>
          </a:xfrm>
          <a:prstGeom prst="rect">
            <a:avLst/>
          </a:prstGeom>
          <a:noFill/>
          <a:ln>
            <a:noFill/>
          </a:ln>
        </p:spPr>
        <p:txBody>
          <a:bodyPr vert="horz" lIns="90000" tIns="45000" rIns="90000" bIns="45000" anchor="b" compatLnSpc="0"/>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marL="0" marR="0" lvl="0" indent="0" algn="l"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sz="1400"/>
            </a:pPr>
            <a:endParaRPr lang="de-DE" sz="1400" b="0" i="0" u="none" strike="noStrike" baseline="0">
              <a:ln>
                <a:noFill/>
              </a:ln>
              <a:solidFill>
                <a:srgbClr val="000000"/>
              </a:solidFill>
              <a:latin typeface="Times New Roman" pitchFamily="18"/>
              <a:ea typeface="MS Gothic" pitchFamily="2"/>
              <a:cs typeface="Tahoma" pitchFamily="2"/>
            </a:endParaRPr>
          </a:p>
        </p:txBody>
      </p:sp>
      <p:sp>
        <p:nvSpPr>
          <p:cNvPr id="5" name="Foliennummernplatzhalter 4"/>
          <p:cNvSpPr txBox="1">
            <a:spLocks noGrp="1"/>
          </p:cNvSpPr>
          <p:nvPr>
            <p:ph type="sldNum" sz="quarter" idx="3"/>
          </p:nvPr>
        </p:nvSpPr>
        <p:spPr>
          <a:xfrm>
            <a:off x="3881880" y="8686800"/>
            <a:ext cx="2975760" cy="456839"/>
          </a:xfrm>
          <a:prstGeom prst="rect">
            <a:avLst/>
          </a:prstGeom>
          <a:noFill/>
          <a:ln>
            <a:noFill/>
          </a:ln>
        </p:spPr>
        <p:txBody>
          <a:bodyPr vert="horz" lIns="90000" tIns="45000" rIns="90000" bIns="45000" anchor="b" compatLnSpc="0"/>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marL="0" marR="0" lvl="0" indent="0" algn="r"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sz="1400"/>
            </a:pPr>
            <a:fld id="{3158CE19-8249-407C-B7A9-38787B1DE379}" type="slidenum">
              <a:rPr/>
              <a:pPr marL="0" marR="0" lvl="0" indent="0" algn="r"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sz="1400"/>
              </a:pPr>
              <a:t>‹Nr.›</a:t>
            </a:fld>
            <a:endParaRPr lang="de-DE" sz="1400" b="0" i="0" u="none" strike="noStrike" baseline="0">
              <a:ln>
                <a:noFill/>
              </a:ln>
              <a:solidFill>
                <a:srgbClr val="000000"/>
              </a:solidFill>
              <a:latin typeface="Times New Roman" pitchFamily="18"/>
              <a:ea typeface="MS Gothic" pitchFamily="2"/>
              <a:cs typeface="Tahoma" pitchFamily="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hteck 1"/>
          <p:cNvSpPr>
            <a:spLocks noMove="1" noResize="1"/>
          </p:cNvSpPr>
          <p:nvPr/>
        </p:nvSpPr>
        <p:spPr>
          <a:xfrm>
            <a:off x="0" y="0"/>
            <a:ext cx="6858000" cy="9144000"/>
          </a:xfrm>
          <a:prstGeom prst="rect">
            <a:avLst/>
          </a:prstGeom>
          <a:solidFill>
            <a:srgbClr val="FFFFFF"/>
          </a:solidFill>
          <a:ln>
            <a:noFill/>
            <a:prstDash val="solid"/>
          </a:ln>
        </p:spPr>
        <p:txBody>
          <a:bodyPr vert="horz" lIns="90000" tIns="45000" rIns="90000" bIns="45000" anchor="ctr" anchorCtr="1" compatLnSpc="0"/>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marL="0" marR="0" lvl="0" indent="0" algn="l"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endParaRPr lang="de-DE" sz="2400" b="0" i="0" u="none" strike="noStrike" baseline="0">
              <a:ln>
                <a:noFill/>
              </a:ln>
              <a:solidFill>
                <a:srgbClr val="000000"/>
              </a:solidFill>
              <a:latin typeface="Times New Roman" pitchFamily="18"/>
              <a:ea typeface="MS Gothic" pitchFamily="2"/>
              <a:cs typeface="Tahoma" pitchFamily="2"/>
            </a:endParaRPr>
          </a:p>
        </p:txBody>
      </p:sp>
      <p:sp>
        <p:nvSpPr>
          <p:cNvPr id="3" name="Kopfzeilenplatzhalter 2"/>
          <p:cNvSpPr txBox="1">
            <a:spLocks noGrp="1"/>
          </p:cNvSpPr>
          <p:nvPr>
            <p:ph type="hdr" sz="quarter"/>
          </p:nvPr>
        </p:nvSpPr>
        <p:spPr>
          <a:xfrm>
            <a:off x="-360" y="0"/>
            <a:ext cx="2971800" cy="457559"/>
          </a:xfrm>
          <a:prstGeom prst="rect">
            <a:avLst/>
          </a:prstGeom>
          <a:noFill/>
          <a:ln>
            <a:noFill/>
          </a:ln>
        </p:spPr>
        <p:txBody>
          <a:bodyPr wrap="square" lIns="90000" tIns="46800" rIns="90000" bIns="46800" anchor="t" anchorCtr="0"/>
          <a:lstStyle>
            <a:lvl1pPr marL="0" marR="0" lvl="0" indent="0" algn="l"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de-DE" sz="1200" b="0" i="0" u="none" strike="noStrike" baseline="0">
                <a:solidFill>
                  <a:srgbClr val="000000"/>
                </a:solidFill>
                <a:latin typeface="Times New Roman" pitchFamily="18"/>
                <a:ea typeface="Lucida Sans Unicode" pitchFamily="2"/>
                <a:cs typeface="Tahoma" pitchFamily="2"/>
              </a:defRPr>
            </a:lvl1pPr>
          </a:lstStyle>
          <a:p>
            <a:pPr lvl="0"/>
            <a:endParaRPr lang="de-DE"/>
          </a:p>
        </p:txBody>
      </p:sp>
      <p:sp>
        <p:nvSpPr>
          <p:cNvPr id="4" name="Datumsplatzhalter 3"/>
          <p:cNvSpPr txBox="1">
            <a:spLocks noGrp="1"/>
          </p:cNvSpPr>
          <p:nvPr>
            <p:ph type="dt" idx="1"/>
          </p:nvPr>
        </p:nvSpPr>
        <p:spPr>
          <a:xfrm>
            <a:off x="3885839" y="0"/>
            <a:ext cx="2971800" cy="457559"/>
          </a:xfrm>
          <a:prstGeom prst="rect">
            <a:avLst/>
          </a:prstGeom>
          <a:noFill/>
          <a:ln>
            <a:noFill/>
          </a:ln>
        </p:spPr>
        <p:txBody>
          <a:bodyPr wrap="square" lIns="90000" tIns="46800" rIns="90000" bIns="46800" anchor="t" anchorCtr="0"/>
          <a:lstStyle>
            <a:lvl1pPr marL="0" marR="0" lvl="0" indent="0" algn="r"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de-DE" sz="1200" b="0" i="0" u="none" strike="noStrike" baseline="0">
                <a:solidFill>
                  <a:srgbClr val="000000"/>
                </a:solidFill>
                <a:latin typeface="Times New Roman" pitchFamily="18"/>
                <a:ea typeface="Lucida Sans Unicode" pitchFamily="2"/>
                <a:cs typeface="Tahoma" pitchFamily="2"/>
              </a:defRPr>
            </a:lvl1pPr>
          </a:lstStyle>
          <a:p>
            <a:pPr lvl="0"/>
            <a:endParaRPr lang="de-DE"/>
          </a:p>
        </p:txBody>
      </p:sp>
      <p:sp>
        <p:nvSpPr>
          <p:cNvPr id="5" name="Folienbildplatzhalter 4"/>
          <p:cNvSpPr>
            <a:spLocks noGrp="1" noRot="1" noChangeAspect="1"/>
          </p:cNvSpPr>
          <p:nvPr>
            <p:ph type="sldImg" idx="2"/>
          </p:nvPr>
        </p:nvSpPr>
        <p:spPr>
          <a:xfrm>
            <a:off x="1143000" y="685440"/>
            <a:ext cx="4572000" cy="3429360"/>
          </a:xfrm>
          <a:prstGeom prst="rect">
            <a:avLst/>
          </a:prstGeom>
          <a:noFill/>
          <a:ln>
            <a:noFill/>
            <a:prstDash val="solid"/>
          </a:ln>
        </p:spPr>
      </p:sp>
      <p:sp>
        <p:nvSpPr>
          <p:cNvPr id="6" name="Notizenplatzhalter 5"/>
          <p:cNvSpPr txBox="1">
            <a:spLocks noGrp="1"/>
          </p:cNvSpPr>
          <p:nvPr>
            <p:ph type="body" sz="quarter" idx="3"/>
          </p:nvPr>
        </p:nvSpPr>
        <p:spPr>
          <a:xfrm>
            <a:off x="914400" y="4343400"/>
            <a:ext cx="5029200" cy="4115159"/>
          </a:xfrm>
          <a:prstGeom prst="rect">
            <a:avLst/>
          </a:prstGeom>
          <a:noFill/>
          <a:ln>
            <a:noFill/>
          </a:ln>
        </p:spPr>
        <p:txBody>
          <a:bodyPr lIns="0" tIns="0" rIns="0" bIns="0"/>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endParaRPr lang="de-DE"/>
          </a:p>
        </p:txBody>
      </p:sp>
      <p:sp>
        <p:nvSpPr>
          <p:cNvPr id="7" name="Fußzeilenplatzhalter 6"/>
          <p:cNvSpPr txBox="1">
            <a:spLocks noGrp="1"/>
          </p:cNvSpPr>
          <p:nvPr>
            <p:ph type="ftr" sz="quarter" idx="4"/>
          </p:nvPr>
        </p:nvSpPr>
        <p:spPr>
          <a:xfrm>
            <a:off x="-360" y="8686440"/>
            <a:ext cx="2971800" cy="457559"/>
          </a:xfrm>
          <a:prstGeom prst="rect">
            <a:avLst/>
          </a:prstGeom>
          <a:noFill/>
          <a:ln>
            <a:noFill/>
          </a:ln>
        </p:spPr>
        <p:txBody>
          <a:bodyPr wrap="square" lIns="90000" tIns="46800" rIns="90000" bIns="46800" anchor="b" anchorCtr="0"/>
          <a:lstStyle>
            <a:lvl1pPr marL="0" marR="0" lvl="0" indent="0" algn="l"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de-DE" sz="1200" b="0" i="0" u="none" strike="noStrike" baseline="0">
                <a:solidFill>
                  <a:srgbClr val="000000"/>
                </a:solidFill>
                <a:latin typeface="Times New Roman" pitchFamily="18"/>
                <a:ea typeface="Lucida Sans Unicode" pitchFamily="2"/>
                <a:cs typeface="Tahoma" pitchFamily="2"/>
              </a:defRPr>
            </a:lvl1pPr>
          </a:lstStyle>
          <a:p>
            <a:pPr lvl="0"/>
            <a:endParaRPr lang="de-DE"/>
          </a:p>
        </p:txBody>
      </p:sp>
      <p:sp>
        <p:nvSpPr>
          <p:cNvPr id="8" name="Foliennummernplatzhalter 7"/>
          <p:cNvSpPr txBox="1">
            <a:spLocks noGrp="1"/>
          </p:cNvSpPr>
          <p:nvPr>
            <p:ph type="sldNum" sz="quarter" idx="5"/>
          </p:nvPr>
        </p:nvSpPr>
        <p:spPr>
          <a:xfrm>
            <a:off x="3885839" y="8686440"/>
            <a:ext cx="2971800" cy="457559"/>
          </a:xfrm>
          <a:prstGeom prst="rect">
            <a:avLst/>
          </a:prstGeom>
          <a:noFill/>
          <a:ln>
            <a:noFill/>
          </a:ln>
        </p:spPr>
        <p:txBody>
          <a:bodyPr wrap="square" lIns="90000" tIns="46800" rIns="90000" bIns="46800" anchor="b" anchorCtr="0"/>
          <a:lstStyle>
            <a:lvl1pPr marL="0" marR="0" lvl="0" indent="0" algn="r"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de-DE" sz="1200" b="0" i="0" u="none" strike="noStrike" baseline="0">
                <a:solidFill>
                  <a:srgbClr val="000000"/>
                </a:solidFill>
                <a:latin typeface="Times New Roman" pitchFamily="18"/>
                <a:ea typeface="Lucida Sans Unicode" pitchFamily="2"/>
                <a:cs typeface="Tahoma" pitchFamily="2"/>
              </a:defRPr>
            </a:lvl1pPr>
          </a:lstStyle>
          <a:p>
            <a:pPr lvl="0"/>
            <a:fld id="{C12F9A23-E8FB-43AD-A7BC-535EFAC61974}" type="slidenum">
              <a:rPr/>
              <a:pPr lvl="0"/>
              <a:t>‹Nr.›</a:t>
            </a:fld>
            <a:endParaRPr lang="de-DE"/>
          </a:p>
        </p:txBody>
      </p:sp>
    </p:spTree>
  </p:cSld>
  <p:clrMap bg1="lt1" tx1="dk1" bg2="lt2" tx2="dk2" accent1="accent1" accent2="accent2" accent3="accent3" accent4="accent4" accent5="accent5" accent6="accent6" hlink="hlink" folHlink="folHlink"/>
  <p:notesStyle>
    <a:lvl1pPr marL="0" marR="0" indent="0" algn="l" rtl="0" hangingPunct="0">
      <a:lnSpc>
        <a:spcPct val="100000"/>
      </a:lnSpc>
      <a:spcBef>
        <a:spcPts val="448"/>
      </a:spcBef>
      <a:spcAft>
        <a:spcPts val="0"/>
      </a:spcAft>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de-DE" sz="1200" b="0" i="0" u="none" strike="noStrike" baseline="0">
        <a:ln>
          <a:noFill/>
        </a:ln>
        <a:solidFill>
          <a:srgbClr val="000000"/>
        </a:solidFill>
        <a:latin typeface="Times New Roman" pitchFamily="18"/>
        <a:ea typeface="MS Gothic" pitchFamily="2"/>
        <a:cs typeface="Tahoma" pitchFamily="2"/>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p:spTree>
      <p:nvGrpSpPr>
        <p:cNvPr id="1" name=""/>
        <p:cNvGrpSpPr/>
        <p:nvPr/>
      </p:nvGrpSpPr>
      <p:grpSpPr>
        <a:xfrm>
          <a:off x="0" y="0"/>
          <a:ext cx="0" cy="0"/>
          <a:chOff x="0" y="0"/>
          <a:chExt cx="0" cy="0"/>
        </a:xfrm>
      </p:grpSpPr>
      <p:sp>
        <p:nvSpPr>
          <p:cNvPr id="3" name="Unterti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Lucida Sans Unicode" pitchFamily="34" charset="0"/>
                <a:cs typeface="Lucida Sans Unicode"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smtClean="0"/>
              <a:t>Formatvorlage des Untertitelmasters durch Klicken bearbeiten</a:t>
            </a:r>
            <a:endParaRPr lang="de-DE" dirty="0"/>
          </a:p>
        </p:txBody>
      </p:sp>
      <p:sp>
        <p:nvSpPr>
          <p:cNvPr id="4" name="Datumsplatzhalter 3"/>
          <p:cNvSpPr>
            <a:spLocks noGrp="1"/>
          </p:cNvSpPr>
          <p:nvPr>
            <p:ph type="dt" sz="half" idx="10"/>
          </p:nvPr>
        </p:nvSpPr>
        <p:spPr/>
        <p:txBody>
          <a:bodyPr/>
          <a:lstStyle>
            <a:lvl1pPr>
              <a:defRPr>
                <a:latin typeface="Lucida Sans Unicode" pitchFamily="34" charset="0"/>
                <a:cs typeface="Lucida Sans Unicode" pitchFamily="34" charset="0"/>
              </a:defRPr>
            </a:lvl1pPr>
          </a:lstStyle>
          <a:p>
            <a:fld id="{2431255A-589B-4329-A110-A89217B78C03}" type="datetime1">
              <a:rPr lang="de-DE" smtClean="0"/>
              <a:pPr/>
              <a:t>30.01.2014</a:t>
            </a:fld>
            <a:endParaRPr lang="de-DE" dirty="0"/>
          </a:p>
        </p:txBody>
      </p:sp>
      <p:sp>
        <p:nvSpPr>
          <p:cNvPr id="5" name="Fußzeilenplatzhalter 4"/>
          <p:cNvSpPr>
            <a:spLocks noGrp="1"/>
          </p:cNvSpPr>
          <p:nvPr>
            <p:ph type="ftr" sz="quarter" idx="11"/>
          </p:nvPr>
        </p:nvSpPr>
        <p:spPr/>
        <p:txBody>
          <a:bodyPr/>
          <a:lstStyle>
            <a:lvl1pPr>
              <a:defRPr>
                <a:latin typeface="Lucida Sans Unicode" pitchFamily="34" charset="0"/>
                <a:cs typeface="Lucida Sans Unicode" pitchFamily="34" charset="0"/>
              </a:defRPr>
            </a:lvl1pPr>
          </a:lstStyle>
          <a:p>
            <a:r>
              <a:rPr lang="de-DE" dirty="0" err="1" smtClean="0"/>
              <a:t>OStR</a:t>
            </a:r>
            <a:r>
              <a:rPr lang="de-DE" dirty="0" smtClean="0"/>
              <a:t> G. H. Ernstmeier</a:t>
            </a:r>
            <a:endParaRPr lang="de-DE" dirty="0"/>
          </a:p>
        </p:txBody>
      </p:sp>
      <p:sp>
        <p:nvSpPr>
          <p:cNvPr id="6" name="Foliennummernplatzhalter 5"/>
          <p:cNvSpPr>
            <a:spLocks noGrp="1"/>
          </p:cNvSpPr>
          <p:nvPr>
            <p:ph type="sldNum" sz="quarter" idx="12"/>
          </p:nvPr>
        </p:nvSpPr>
        <p:spPr/>
        <p:txBody>
          <a:bodyPr/>
          <a:lstStyle>
            <a:lvl1pPr>
              <a:defRPr>
                <a:latin typeface="Lucida Sans Unicode" pitchFamily="34" charset="0"/>
                <a:cs typeface="Lucida Sans Unicode" pitchFamily="34" charset="0"/>
              </a:defRPr>
            </a:lvl1pPr>
          </a:lstStyle>
          <a:p>
            <a:fld id="{39C0C366-E025-4C36-82C9-CD188347CF25}" type="slidenum">
              <a:rPr lang="de-DE" smtClean="0"/>
              <a:pPr/>
              <a:t>‹Nr.›</a:t>
            </a:fld>
            <a:endParaRPr lang="de-DE" dirty="0"/>
          </a:p>
        </p:txBody>
      </p:sp>
      <p:sp>
        <p:nvSpPr>
          <p:cNvPr id="9" name="Titel 8"/>
          <p:cNvSpPr>
            <a:spLocks noGrp="1"/>
          </p:cNvSpPr>
          <p:nvPr>
            <p:ph type="title"/>
          </p:nvPr>
        </p:nvSpPr>
        <p:spPr/>
        <p:txBody>
          <a:bodyPr/>
          <a:lstStyle/>
          <a:p>
            <a:r>
              <a:rPr lang="de-DE" dirty="0" smtClean="0"/>
              <a:t>Titelmasterformat durch Klicken bearbeiten</a:t>
            </a:r>
            <a:endParaRPr lang="de-DE" dirty="0"/>
          </a:p>
        </p:txBody>
      </p:sp>
    </p:spTree>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lvl1pPr>
              <a:defRPr>
                <a:latin typeface="Lucida Sans Unicode" pitchFamily="34" charset="0"/>
                <a:cs typeface="Lucida Sans Unicode" pitchFamily="34" charset="0"/>
              </a:defRPr>
            </a:lvl1pPr>
            <a:lvl2pPr>
              <a:defRPr>
                <a:latin typeface="Lucida Sans Unicode" pitchFamily="34" charset="0"/>
                <a:cs typeface="Lucida Sans Unicode" pitchFamily="34" charset="0"/>
              </a:defRPr>
            </a:lvl2pPr>
            <a:lvl3pPr>
              <a:defRPr>
                <a:latin typeface="Lucida Sans Unicode" pitchFamily="34" charset="0"/>
                <a:cs typeface="Lucida Sans Unicode" pitchFamily="34" charset="0"/>
              </a:defRPr>
            </a:lvl3pPr>
            <a:lvl4pPr>
              <a:defRPr>
                <a:latin typeface="Lucida Sans Unicode" pitchFamily="34" charset="0"/>
                <a:cs typeface="Lucida Sans Unicode" pitchFamily="34" charset="0"/>
              </a:defRPr>
            </a:lvl4pPr>
            <a:lvl5pPr>
              <a:defRPr>
                <a:latin typeface="Lucida Sans Unicode" pitchFamily="34" charset="0"/>
                <a:cs typeface="Lucida Sans Unicode" pitchFamily="34" charset="0"/>
              </a:defRPr>
            </a:lvl5p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a:pPr lvl="0"/>
              <a:t>‹Nr.›</a:t>
            </a:fld>
            <a:endParaRPr lang="en-US"/>
          </a:p>
        </p:txBody>
      </p:sp>
    </p:spTree>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4406900"/>
            <a:ext cx="7772400" cy="1362075"/>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Textmasterformate durch Klicken bearbeiten</a:t>
            </a:r>
          </a:p>
        </p:txBody>
      </p:sp>
      <p:sp>
        <p:nvSpPr>
          <p:cNvPr id="4" name="Datumsplatzhalter 3"/>
          <p:cNvSpPr>
            <a:spLocks noGrp="1"/>
          </p:cNvSpPr>
          <p:nvPr>
            <p:ph type="dt" sz="half" idx="10"/>
          </p:nvPr>
        </p:nvSpPr>
        <p:spPr/>
        <p:txBody>
          <a:bodyPr/>
          <a:lstStyle/>
          <a:p>
            <a:pPr lvl="0"/>
            <a:r>
              <a:rPr lang="de-DE" smtClean="0"/>
              <a:t>16.09.2011</a:t>
            </a:r>
            <a:endParaRPr lang="de-DE"/>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088E8BEA-7F5E-46A5-8412-B36FA9EDF6E1}" type="slidenum">
              <a:rPr/>
              <a:pPr lvl="0"/>
              <a:t>‹Nr.›</a:t>
            </a:fld>
            <a:endParaRPr lang="en-US"/>
          </a:p>
        </p:txBody>
      </p:sp>
    </p:spTree>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685800" y="1981200"/>
            <a:ext cx="3810000" cy="4114800"/>
          </a:xfrm>
        </p:spPr>
        <p:txBody>
          <a:bodyPr/>
          <a:lstStyle>
            <a:lvl1pPr>
              <a:defRPr sz="2800">
                <a:latin typeface="Lucida Sans Unicode" pitchFamily="34" charset="0"/>
                <a:cs typeface="Lucida Sans Unicode" pitchFamily="34" charset="0"/>
              </a:defRPr>
            </a:lvl1pPr>
            <a:lvl2pPr>
              <a:defRPr sz="2400">
                <a:latin typeface="Lucida Sans Unicode" pitchFamily="34" charset="0"/>
                <a:cs typeface="Lucida Sans Unicode" pitchFamily="34" charset="0"/>
              </a:defRPr>
            </a:lvl2pPr>
            <a:lvl3pPr>
              <a:defRPr sz="2000">
                <a:latin typeface="Lucida Sans Unicode" pitchFamily="34" charset="0"/>
                <a:cs typeface="Lucida Sans Unicode" pitchFamily="34" charset="0"/>
              </a:defRPr>
            </a:lvl3pPr>
            <a:lvl4pPr>
              <a:defRPr sz="1800">
                <a:latin typeface="Lucida Sans Unicode" pitchFamily="34" charset="0"/>
                <a:cs typeface="Lucida Sans Unicode" pitchFamily="34" charset="0"/>
              </a:defRPr>
            </a:lvl4pPr>
            <a:lvl5pPr>
              <a:defRPr sz="1800">
                <a:latin typeface="Lucida Sans Unicode" pitchFamily="34" charset="0"/>
                <a:cs typeface="Lucida Sans Unicode" pitchFamily="34" charset="0"/>
              </a:defRPr>
            </a:lvl5pPr>
            <a:lvl6pPr>
              <a:defRPr sz="1800"/>
            </a:lvl6pPr>
            <a:lvl7pPr>
              <a:defRPr sz="1800"/>
            </a:lvl7pPr>
            <a:lvl8pPr>
              <a:defRPr sz="1800"/>
            </a:lvl8pPr>
            <a:lvl9pPr>
              <a:defRPr sz="1800"/>
            </a:lvl9p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sp>
        <p:nvSpPr>
          <p:cNvPr id="4" name="Inhaltsplatzhalter 3"/>
          <p:cNvSpPr>
            <a:spLocks noGrp="1"/>
          </p:cNvSpPr>
          <p:nvPr>
            <p:ph sz="half" idx="2"/>
          </p:nvPr>
        </p:nvSpPr>
        <p:spPr>
          <a:xfrm>
            <a:off x="4648200" y="1981200"/>
            <a:ext cx="3810000" cy="4114800"/>
          </a:xfrm>
        </p:spPr>
        <p:txBody>
          <a:bodyPr/>
          <a:lstStyle>
            <a:lvl1pPr>
              <a:defRPr sz="2800">
                <a:latin typeface="Lucida Sans Unicode" pitchFamily="34" charset="0"/>
                <a:cs typeface="Lucida Sans Unicode" pitchFamily="34" charset="0"/>
              </a:defRPr>
            </a:lvl1pPr>
            <a:lvl2pPr>
              <a:defRPr sz="2400">
                <a:latin typeface="Lucida Sans Unicode" pitchFamily="34" charset="0"/>
                <a:cs typeface="Lucida Sans Unicode" pitchFamily="34" charset="0"/>
              </a:defRPr>
            </a:lvl2pPr>
            <a:lvl3pPr>
              <a:defRPr sz="2000">
                <a:latin typeface="Lucida Sans Unicode" pitchFamily="34" charset="0"/>
                <a:cs typeface="Lucida Sans Unicode" pitchFamily="34" charset="0"/>
              </a:defRPr>
            </a:lvl3pPr>
            <a:lvl4pPr>
              <a:defRPr sz="1800">
                <a:latin typeface="Lucida Sans Unicode" pitchFamily="34" charset="0"/>
                <a:cs typeface="Lucida Sans Unicode" pitchFamily="34" charset="0"/>
              </a:defRPr>
            </a:lvl4pPr>
            <a:lvl5pPr>
              <a:defRPr sz="1800">
                <a:latin typeface="Lucida Sans Unicode" pitchFamily="34" charset="0"/>
                <a:cs typeface="Lucida Sans Unicode" pitchFamily="34" charset="0"/>
              </a:defRPr>
            </a:lvl5pPr>
            <a:lvl6pPr>
              <a:defRPr sz="1800"/>
            </a:lvl6pPr>
            <a:lvl7pPr>
              <a:defRPr sz="1800"/>
            </a:lvl7pPr>
            <a:lvl8pPr>
              <a:defRPr sz="1800"/>
            </a:lvl8pPr>
            <a:lvl9pPr>
              <a:defRPr sz="1800"/>
            </a:lvl9p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sp>
        <p:nvSpPr>
          <p:cNvPr id="5" name="Datumsplatzhalter 4"/>
          <p:cNvSpPr>
            <a:spLocks noGrp="1"/>
          </p:cNvSpPr>
          <p:nvPr>
            <p:ph type="dt" sz="half" idx="10"/>
          </p:nvPr>
        </p:nvSpPr>
        <p:spPr/>
        <p:txBody>
          <a:bodyPr/>
          <a:lstStyle/>
          <a:p>
            <a:pPr lvl="0"/>
            <a:fld id="{6268310C-FA18-498B-AEEE-F7A04FBD40F1}" type="datetime1">
              <a:rPr lang="de-DE" smtClean="0"/>
              <a:pPr lvl="0"/>
              <a:t>30.01.2014</a:t>
            </a:fld>
            <a:endParaRPr lang="de-DE" dirty="0"/>
          </a:p>
        </p:txBody>
      </p:sp>
      <p:sp>
        <p:nvSpPr>
          <p:cNvPr id="6" name="Fußzeilenplatzhalter 5"/>
          <p:cNvSpPr>
            <a:spLocks noGrp="1"/>
          </p:cNvSpPr>
          <p:nvPr>
            <p:ph type="ftr" sz="quarter" idx="11"/>
          </p:nvPr>
        </p:nvSpPr>
        <p:spPr/>
        <p:txBody>
          <a:bodyPr/>
          <a:lstStyle/>
          <a:p>
            <a:pPr lvl="0"/>
            <a:r>
              <a:rPr lang="en-US" smtClean="0"/>
              <a:t>OStR G. H. Ernstmeier</a:t>
            </a:r>
            <a:endParaRPr lang="en-US"/>
          </a:p>
        </p:txBody>
      </p:sp>
      <p:sp>
        <p:nvSpPr>
          <p:cNvPr id="7" name="Foliennummernplatzhalter 6"/>
          <p:cNvSpPr>
            <a:spLocks noGrp="1"/>
          </p:cNvSpPr>
          <p:nvPr>
            <p:ph type="sldNum" sz="quarter" idx="12"/>
          </p:nvPr>
        </p:nvSpPr>
        <p:spPr/>
        <p:txBody>
          <a:bodyPr/>
          <a:lstStyle/>
          <a:p>
            <a:pPr lvl="0"/>
            <a:fld id="{D4592BDD-4685-49A1-8DD1-4A10F7B01A36}" type="slidenum">
              <a:rPr/>
              <a:pPr lvl="0"/>
              <a:t>‹Nr.›</a:t>
            </a:fld>
            <a:endParaRPr lang="en-US"/>
          </a:p>
        </p:txBody>
      </p:sp>
    </p:spTree>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457200" y="274638"/>
            <a:ext cx="8229600" cy="1143000"/>
          </a:xfrm>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535113"/>
            <a:ext cx="4040188" cy="639762"/>
          </a:xfrm>
        </p:spPr>
        <p:txBody>
          <a:bodyPr anchor="b"/>
          <a:lstStyle>
            <a:lvl1pPr marL="0" indent="0">
              <a:buNone/>
              <a:defRPr sz="2400" b="1">
                <a:latin typeface="Lucida Sans Unicode" pitchFamily="34" charset="0"/>
                <a:cs typeface="Lucida Sans Unicode"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smtClean="0"/>
              <a:t>Textmasterformate durch Klicken bearbeiten</a:t>
            </a:r>
          </a:p>
        </p:txBody>
      </p:sp>
      <p:sp>
        <p:nvSpPr>
          <p:cNvPr id="4" name="Inhaltsplatzhalt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dirty="0" smtClean="0"/>
              <a:t>Textmasterformate durch Klicken bearbeiten</a:t>
            </a:r>
          </a:p>
        </p:txBody>
      </p:sp>
      <p:sp>
        <p:nvSpPr>
          <p:cNvPr id="6" name="Inhaltsplatzhalt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pPr lvl="0"/>
            <a:fld id="{8E43CB8F-3F8D-4E87-B7EB-0705FF8E6C26}" type="datetime1">
              <a:rPr lang="de-DE" smtClean="0"/>
              <a:pPr lvl="0"/>
              <a:t>30.01.2014</a:t>
            </a:fld>
            <a:endParaRPr lang="de-DE" dirty="0"/>
          </a:p>
        </p:txBody>
      </p:sp>
      <p:sp>
        <p:nvSpPr>
          <p:cNvPr id="8" name="Fußzeilenplatzhalter 7"/>
          <p:cNvSpPr>
            <a:spLocks noGrp="1"/>
          </p:cNvSpPr>
          <p:nvPr>
            <p:ph type="ftr" sz="quarter" idx="11"/>
          </p:nvPr>
        </p:nvSpPr>
        <p:spPr/>
        <p:txBody>
          <a:bodyPr/>
          <a:lstStyle/>
          <a:p>
            <a:pPr lvl="0"/>
            <a:r>
              <a:rPr lang="en-US" smtClean="0"/>
              <a:t>OStR G. H. Ernstmeier</a:t>
            </a:r>
            <a:endParaRPr lang="en-US"/>
          </a:p>
        </p:txBody>
      </p:sp>
      <p:sp>
        <p:nvSpPr>
          <p:cNvPr id="9" name="Foliennummernplatzhalter 8"/>
          <p:cNvSpPr>
            <a:spLocks noGrp="1"/>
          </p:cNvSpPr>
          <p:nvPr>
            <p:ph type="sldNum" sz="quarter" idx="12"/>
          </p:nvPr>
        </p:nvSpPr>
        <p:spPr/>
        <p:txBody>
          <a:bodyPr/>
          <a:lstStyle/>
          <a:p>
            <a:pPr lvl="0"/>
            <a:fld id="{4C2743CA-B36D-424D-9FDD-32D937858F70}" type="slidenum">
              <a:rPr/>
              <a:pPr lvl="0"/>
              <a:t>‹Nr.›</a:t>
            </a:fld>
            <a:endParaRPr lang="en-US"/>
          </a:p>
        </p:txBody>
      </p:sp>
    </p:spTree>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pPr lvl="0"/>
            <a:r>
              <a:rPr lang="de-DE" smtClean="0"/>
              <a:t>16.09.2011</a:t>
            </a:r>
            <a:endParaRPr lang="de-DE"/>
          </a:p>
        </p:txBody>
      </p:sp>
      <p:sp>
        <p:nvSpPr>
          <p:cNvPr id="4" name="Fußzeilenplatzhalter 3"/>
          <p:cNvSpPr>
            <a:spLocks noGrp="1"/>
          </p:cNvSpPr>
          <p:nvPr>
            <p:ph type="ftr" sz="quarter" idx="11"/>
          </p:nvPr>
        </p:nvSpPr>
        <p:spPr/>
        <p:txBody>
          <a:bodyPr/>
          <a:lstStyle/>
          <a:p>
            <a:pPr lvl="0"/>
            <a:r>
              <a:rPr lang="en-US" smtClean="0"/>
              <a:t>OStR G. H. Ernstmeier</a:t>
            </a:r>
            <a:endParaRPr lang="en-US"/>
          </a:p>
        </p:txBody>
      </p:sp>
      <p:sp>
        <p:nvSpPr>
          <p:cNvPr id="5" name="Foliennummernplatzhalter 4"/>
          <p:cNvSpPr>
            <a:spLocks noGrp="1"/>
          </p:cNvSpPr>
          <p:nvPr>
            <p:ph type="sldNum" sz="quarter" idx="12"/>
          </p:nvPr>
        </p:nvSpPr>
        <p:spPr/>
        <p:txBody>
          <a:bodyPr/>
          <a:lstStyle/>
          <a:p>
            <a:pPr lvl="0"/>
            <a:fld id="{B468E7E1-66CA-4075-A832-56D16B9AF8C8}" type="slidenum">
              <a:rPr/>
              <a:pPr lvl="0"/>
              <a:t>‹Nr.›</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pPr lvl="0"/>
            <a:r>
              <a:rPr lang="de-DE" smtClean="0"/>
              <a:t>16.09.2011</a:t>
            </a:r>
            <a:endParaRPr lang="de-DE"/>
          </a:p>
        </p:txBody>
      </p:sp>
      <p:sp>
        <p:nvSpPr>
          <p:cNvPr id="3" name="Fußzeilenplatzhalter 2"/>
          <p:cNvSpPr>
            <a:spLocks noGrp="1"/>
          </p:cNvSpPr>
          <p:nvPr>
            <p:ph type="ftr" sz="quarter" idx="11"/>
          </p:nvPr>
        </p:nvSpPr>
        <p:spPr/>
        <p:txBody>
          <a:bodyPr/>
          <a:lstStyle/>
          <a:p>
            <a:pPr lvl="0"/>
            <a:r>
              <a:rPr lang="en-US" smtClean="0"/>
              <a:t>OStR G. H. Ernstmeier</a:t>
            </a:r>
            <a:endParaRPr lang="en-US"/>
          </a:p>
        </p:txBody>
      </p:sp>
      <p:sp>
        <p:nvSpPr>
          <p:cNvPr id="4" name="Foliennummernplatzhalter 3"/>
          <p:cNvSpPr>
            <a:spLocks noGrp="1"/>
          </p:cNvSpPr>
          <p:nvPr>
            <p:ph type="sldNum" sz="quarter" idx="12"/>
          </p:nvPr>
        </p:nvSpPr>
        <p:spPr/>
        <p:txBody>
          <a:bodyPr/>
          <a:lstStyle/>
          <a:p>
            <a:pPr lvl="0"/>
            <a:fld id="{D3722062-FF54-4E9A-ACFC-32D4DEE9A47B}" type="slidenum">
              <a:rPr/>
              <a:pPr lvl="0"/>
              <a:t>‹Nr.›</a:t>
            </a:fld>
            <a:endParaRPr lang="en-US"/>
          </a:p>
        </p:txBody>
      </p:sp>
      <p:sp>
        <p:nvSpPr>
          <p:cNvPr id="5" name="Titel 4"/>
          <p:cNvSpPr>
            <a:spLocks noGrp="1"/>
          </p:cNvSpPr>
          <p:nvPr>
            <p:ph type="title"/>
          </p:nvPr>
        </p:nvSpPr>
        <p:spPr/>
        <p:txBody>
          <a:bodyPr/>
          <a:lstStyle/>
          <a:p>
            <a:r>
              <a:rPr lang="de-DE" smtClean="0"/>
              <a:t>Titelmasterformat durch Klicken bearbeiten</a:t>
            </a:r>
            <a:endParaRPr lang="de-DE"/>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0" y="273050"/>
            <a:ext cx="3008313" cy="1162050"/>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Textmasterformate durch Klicken bearbeiten</a:t>
            </a:r>
          </a:p>
        </p:txBody>
      </p:sp>
      <p:sp>
        <p:nvSpPr>
          <p:cNvPr id="5" name="Datumsplatzhalter 4"/>
          <p:cNvSpPr>
            <a:spLocks noGrp="1"/>
          </p:cNvSpPr>
          <p:nvPr>
            <p:ph type="dt" sz="half" idx="10"/>
          </p:nvPr>
        </p:nvSpPr>
        <p:spPr/>
        <p:txBody>
          <a:bodyPr/>
          <a:lstStyle/>
          <a:p>
            <a:pPr lvl="0"/>
            <a:r>
              <a:rPr lang="de-DE" smtClean="0"/>
              <a:t>16.09.2011</a:t>
            </a:r>
            <a:endParaRPr lang="de-DE"/>
          </a:p>
        </p:txBody>
      </p:sp>
      <p:sp>
        <p:nvSpPr>
          <p:cNvPr id="6" name="Fußzeilenplatzhalter 5"/>
          <p:cNvSpPr>
            <a:spLocks noGrp="1"/>
          </p:cNvSpPr>
          <p:nvPr>
            <p:ph type="ftr" sz="quarter" idx="11"/>
          </p:nvPr>
        </p:nvSpPr>
        <p:spPr/>
        <p:txBody>
          <a:bodyPr/>
          <a:lstStyle/>
          <a:p>
            <a:pPr lvl="0"/>
            <a:r>
              <a:rPr lang="en-US" smtClean="0"/>
              <a:t>OStR G. H. Ernstmeier</a:t>
            </a:r>
            <a:endParaRPr lang="en-US"/>
          </a:p>
        </p:txBody>
      </p:sp>
      <p:sp>
        <p:nvSpPr>
          <p:cNvPr id="7" name="Foliennummernplatzhalter 6"/>
          <p:cNvSpPr>
            <a:spLocks noGrp="1"/>
          </p:cNvSpPr>
          <p:nvPr>
            <p:ph type="sldNum" sz="quarter" idx="12"/>
          </p:nvPr>
        </p:nvSpPr>
        <p:spPr/>
        <p:txBody>
          <a:bodyPr/>
          <a:lstStyle/>
          <a:p>
            <a:pPr lvl="0"/>
            <a:fld id="{C2153E69-2613-4576-AC0A-02CA932DA52F}" type="slidenum">
              <a:rPr/>
              <a:pPr lvl="0"/>
              <a:t>‹Nr.›</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4800600"/>
            <a:ext cx="5486400" cy="566738"/>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de-DE"/>
          </a:p>
        </p:txBody>
      </p:sp>
      <p:sp>
        <p:nvSpPr>
          <p:cNvPr id="4" name="Textplatzhalt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Textmasterformate durch Klicken bearbeiten</a:t>
            </a:r>
          </a:p>
        </p:txBody>
      </p:sp>
      <p:sp>
        <p:nvSpPr>
          <p:cNvPr id="5" name="Datumsplatzhalter 4"/>
          <p:cNvSpPr>
            <a:spLocks noGrp="1"/>
          </p:cNvSpPr>
          <p:nvPr>
            <p:ph type="dt" sz="half" idx="10"/>
          </p:nvPr>
        </p:nvSpPr>
        <p:spPr/>
        <p:txBody>
          <a:bodyPr/>
          <a:lstStyle/>
          <a:p>
            <a:pPr lvl="0"/>
            <a:r>
              <a:rPr lang="de-DE" smtClean="0"/>
              <a:t>16.09.2011</a:t>
            </a:r>
            <a:endParaRPr lang="de-DE"/>
          </a:p>
        </p:txBody>
      </p:sp>
      <p:sp>
        <p:nvSpPr>
          <p:cNvPr id="6" name="Fußzeilenplatzhalter 5"/>
          <p:cNvSpPr>
            <a:spLocks noGrp="1"/>
          </p:cNvSpPr>
          <p:nvPr>
            <p:ph type="ftr" sz="quarter" idx="11"/>
          </p:nvPr>
        </p:nvSpPr>
        <p:spPr/>
        <p:txBody>
          <a:bodyPr/>
          <a:lstStyle/>
          <a:p>
            <a:pPr lvl="0"/>
            <a:r>
              <a:rPr lang="en-US" smtClean="0"/>
              <a:t>OStR G. H. Ernstmeier</a:t>
            </a:r>
            <a:endParaRPr lang="en-US"/>
          </a:p>
        </p:txBody>
      </p:sp>
      <p:sp>
        <p:nvSpPr>
          <p:cNvPr id="7" name="Foliennummernplatzhalter 6"/>
          <p:cNvSpPr>
            <a:spLocks noGrp="1"/>
          </p:cNvSpPr>
          <p:nvPr>
            <p:ph type="sldNum" sz="quarter" idx="12"/>
          </p:nvPr>
        </p:nvSpPr>
        <p:spPr/>
        <p:txBody>
          <a:bodyPr/>
          <a:lstStyle/>
          <a:p>
            <a:pPr lvl="0"/>
            <a:fld id="{38E9A8AC-6BE7-418C-B7A1-1DE39753F172}" type="slidenum">
              <a:rPr/>
              <a:pPr lvl="0"/>
              <a:t>‹Nr.›</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pPr lvl="0"/>
            <a:r>
              <a:rPr lang="de-DE" smtClean="0"/>
              <a:t>16.09.2011</a:t>
            </a:r>
            <a:endParaRPr lang="de-DE"/>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FC3AB081-8DE9-48BC-B306-AB9D2687A06E}" type="slidenum">
              <a:rPr/>
              <a:pPr lvl="0"/>
              <a:t>‹Nr.›</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515100" y="950913"/>
            <a:ext cx="1943100" cy="5145087"/>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685800" y="950913"/>
            <a:ext cx="5676900" cy="5145087"/>
          </a:xfrm>
        </p:spPr>
        <p:txBody>
          <a:bodyPr vert="eaVert"/>
          <a:lstStyle/>
          <a:p>
            <a:pPr lvl="0"/>
            <a:r>
              <a:rPr lang="de-DE" smtClean="0"/>
              <a:t>Textmasterformate durch Klicken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pPr lvl="0"/>
            <a:r>
              <a:rPr lang="de-DE" smtClean="0"/>
              <a:t>16.09.2011</a:t>
            </a:r>
            <a:endParaRPr lang="de-DE"/>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D94E0CC1-B70C-45B1-B49F-49DFAE0C50E4}" type="slidenum">
              <a:rPr/>
              <a:pPr lvl="0"/>
              <a:t>‹Nr.›</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vmlDrawing" Target="../drawings/vmlDrawing1.v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Microsoft_Office_Word_97_-_2003-Dokument1.doc"/><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txBox="1">
            <a:spLocks noGrp="1"/>
          </p:cNvSpPr>
          <p:nvPr>
            <p:ph type="title"/>
          </p:nvPr>
        </p:nvSpPr>
        <p:spPr>
          <a:xfrm>
            <a:off x="685799" y="951480"/>
            <a:ext cx="7772400" cy="1068840"/>
          </a:xfrm>
          <a:prstGeom prst="rect">
            <a:avLst/>
          </a:prstGeom>
          <a:noFill/>
          <a:ln>
            <a:noFill/>
          </a:ln>
        </p:spPr>
        <p:txBody>
          <a:bodyPr lIns="0" tIns="0" rIns="0" bIns="0" anchor="ctr"/>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SzPct val="45000"/>
              <a:buFont typeface="StarSymbol"/>
              <a:buChar char="●"/>
            </a:lvl2pPr>
            <a:lvl3pPr lvl="2">
              <a:buSzPct val="45000"/>
              <a:buFont typeface="StarSymbol"/>
              <a:buChar char="●"/>
            </a:lvl3pPr>
            <a:lvl4pPr lvl="3">
              <a:buSzPct val="45000"/>
              <a:buFont typeface="StarSymbol"/>
              <a:buChar char="●"/>
            </a:lvl4pPr>
            <a:lvl5pPr lvl="4">
              <a:buSzPct val="45000"/>
              <a:buFont typeface="StarSymbol"/>
              <a:buChar char="●"/>
            </a:lvl5pPr>
            <a:lvl6pPr lvl="5">
              <a:buSzPct val="45000"/>
              <a:buFont typeface="StarSymbol"/>
              <a:buChar char="●"/>
            </a:lvl6pPr>
            <a:lvl7pPr lvl="6">
              <a:buSzPct val="45000"/>
              <a:buFont typeface="StarSymbol"/>
              <a:buChar char="●"/>
            </a:lvl7pPr>
            <a:lvl8pPr lvl="7">
              <a:buSzPct val="45000"/>
              <a:buFont typeface="StarSymbol"/>
              <a:buChar char="●"/>
            </a:lvl8pPr>
            <a:lvl9pPr lvl="8">
              <a:buSzPct val="45000"/>
              <a:buFont typeface="StarSymbol"/>
              <a:buChar char="●"/>
            </a:lvl9pPr>
          </a:lstStyle>
          <a:p>
            <a:endParaRPr lang="de-DE" dirty="0"/>
          </a:p>
        </p:txBody>
      </p:sp>
      <p:sp>
        <p:nvSpPr>
          <p:cNvPr id="3" name="Textplatzhalter 2"/>
          <p:cNvSpPr txBox="1">
            <a:spLocks noGrp="1"/>
          </p:cNvSpPr>
          <p:nvPr>
            <p:ph type="body" idx="1"/>
          </p:nvPr>
        </p:nvSpPr>
        <p:spPr>
          <a:xfrm>
            <a:off x="685799" y="1981080"/>
            <a:ext cx="7772400" cy="4115159"/>
          </a:xfrm>
          <a:prstGeom prst="rect">
            <a:avLst/>
          </a:prstGeom>
          <a:noFill/>
          <a:ln>
            <a:noFill/>
          </a:ln>
        </p:spPr>
        <p:txBody>
          <a:bodyPr lIns="0" tIns="0" rIns="0" bIns="0"/>
          <a:lstStyle>
            <a:defPPr marL="342720" marR="0" lvl="0" indent="-342720" algn="l" hangingPunct="0">
              <a:lnSpc>
                <a:spcPct val="100000"/>
              </a:lnSpc>
              <a:spcBef>
                <a:spcPts val="598"/>
              </a:spcBef>
              <a:spcAft>
                <a:spcPts val="0"/>
              </a:spcAft>
              <a:buClr>
                <a:srgbClr val="000000"/>
              </a:buClr>
              <a:buSzPct val="100000"/>
              <a:buFont typeface="Times New Roman" pitchFamily="18"/>
              <a:buNone/>
              <a:tabLst>
                <a:tab pos="571320" algn="l"/>
                <a:tab pos="1485719" algn="l"/>
                <a:tab pos="2400119" algn="l"/>
                <a:tab pos="3314519" algn="l"/>
                <a:tab pos="4228919" algn="l"/>
                <a:tab pos="5143320" algn="l"/>
                <a:tab pos="6057720" algn="l"/>
                <a:tab pos="6972120" algn="l"/>
                <a:tab pos="7886520" algn="l"/>
                <a:tab pos="8800920" algn="l"/>
                <a:tab pos="9715320" algn="l"/>
              </a:tabLst>
              <a:defRPr lang="de-DE" sz="2400" b="0" i="0" u="none" strike="noStrike" baseline="0">
                <a:ln>
                  <a:noFill/>
                </a:ln>
                <a:solidFill>
                  <a:srgbClr val="000000"/>
                </a:solidFill>
                <a:latin typeface="Times New Roman" pitchFamily="18"/>
                <a:ea typeface="MS Gothic" pitchFamily="2"/>
                <a:cs typeface="Tahoma" pitchFamily="2"/>
              </a:defRPr>
            </a:defPPr>
            <a:lvl1pPr marL="342720" marR="0" lvl="0" indent="-342720" algn="l" hangingPunct="0">
              <a:lnSpc>
                <a:spcPct val="100000"/>
              </a:lnSpc>
              <a:spcBef>
                <a:spcPts val="598"/>
              </a:spcBef>
              <a:spcAft>
                <a:spcPts val="0"/>
              </a:spcAft>
              <a:buClr>
                <a:srgbClr val="000000"/>
              </a:buClr>
              <a:buSzPct val="100000"/>
              <a:buFont typeface="Times New Roman" pitchFamily="18"/>
              <a:buChar char="•"/>
              <a:tabLst>
                <a:tab pos="571320" algn="l"/>
                <a:tab pos="1485719" algn="l"/>
                <a:tab pos="2400119" algn="l"/>
                <a:tab pos="3314519" algn="l"/>
                <a:tab pos="4228919" algn="l"/>
                <a:tab pos="5143320" algn="l"/>
                <a:tab pos="6057720" algn="l"/>
                <a:tab pos="6972120" algn="l"/>
                <a:tab pos="7886520" algn="l"/>
                <a:tab pos="8800920" algn="l"/>
                <a:tab pos="9715320" algn="l"/>
              </a:tabLst>
              <a:defRPr lang="de-DE" sz="2400" b="0" i="0" u="none" strike="noStrike" baseline="0">
                <a:ln>
                  <a:noFill/>
                </a:ln>
                <a:solidFill>
                  <a:srgbClr val="000000"/>
                </a:solidFill>
                <a:latin typeface="Times New Roman" pitchFamily="18"/>
                <a:ea typeface="MS Gothic" pitchFamily="2"/>
                <a:cs typeface="Tahoma" pitchFamily="2"/>
              </a:defRPr>
            </a:lvl1pPr>
            <a:lvl2pPr marL="742680" marR="0" lvl="1" indent="-285480" algn="l" hangingPunct="0">
              <a:lnSpc>
                <a:spcPct val="100000"/>
              </a:lnSpc>
              <a:spcBef>
                <a:spcPts val="499"/>
              </a:spcBef>
              <a:spcAft>
                <a:spcPts val="0"/>
              </a:spcAft>
              <a:buClr>
                <a:srgbClr val="000000"/>
              </a:buClr>
              <a:buSzPct val="100000"/>
              <a:buFont typeface="Times New Roman" pitchFamily="18"/>
              <a:buChar char="–"/>
              <a:tabLst>
                <a:tab pos="171360" algn="l"/>
                <a:tab pos="1085759" algn="l"/>
                <a:tab pos="2000160" algn="l"/>
                <a:tab pos="2914560" algn="l"/>
                <a:tab pos="3828959" algn="l"/>
                <a:tab pos="4743360" algn="l"/>
                <a:tab pos="5657760" algn="l"/>
                <a:tab pos="6572160" algn="l"/>
                <a:tab pos="7486560" algn="l"/>
                <a:tab pos="8400960" algn="l"/>
                <a:tab pos="9315360" algn="l"/>
              </a:tabLst>
              <a:defRPr lang="de-DE" sz="2000" b="0" i="0" u="none" strike="noStrike" baseline="0">
                <a:ln>
                  <a:noFill/>
                </a:ln>
                <a:solidFill>
                  <a:srgbClr val="000000"/>
                </a:solidFill>
                <a:latin typeface="Times New Roman" pitchFamily="18"/>
                <a:ea typeface="MS Gothic" pitchFamily="2"/>
                <a:cs typeface="Tahoma" pitchFamily="2"/>
              </a:defRPr>
            </a:lvl2pPr>
            <a:lvl3pPr marL="1143000" marR="0" lvl="2" indent="-228600" algn="l" hangingPunct="0">
              <a:lnSpc>
                <a:spcPct val="100000"/>
              </a:lnSpc>
              <a:spcBef>
                <a:spcPts val="448"/>
              </a:spcBef>
              <a:spcAft>
                <a:spcPts val="0"/>
              </a:spcAft>
              <a:buClr>
                <a:srgbClr val="000000"/>
              </a:buClr>
              <a:buSzPct val="100000"/>
              <a:buFont typeface="Times New Roman" pitchFamily="18"/>
              <a:buChar char="•"/>
              <a:tabLst>
                <a:tab pos="685799" algn="l"/>
                <a:tab pos="1600200" algn="l"/>
                <a:tab pos="2514600" algn="l"/>
                <a:tab pos="3429000" algn="l"/>
                <a:tab pos="4343400" algn="l"/>
                <a:tab pos="5257800" algn="l"/>
                <a:tab pos="6172200" algn="l"/>
                <a:tab pos="7086600" algn="l"/>
                <a:tab pos="8000999" algn="l"/>
                <a:tab pos="8915399" algn="l"/>
              </a:tabLst>
              <a:defRPr lang="de-DE" sz="1800" b="0" i="0" u="none" strike="noStrike" baseline="0">
                <a:ln>
                  <a:noFill/>
                </a:ln>
                <a:solidFill>
                  <a:srgbClr val="000000"/>
                </a:solidFill>
                <a:latin typeface="Times New Roman" pitchFamily="18"/>
                <a:ea typeface="MS Gothic" pitchFamily="2"/>
                <a:cs typeface="Tahoma" pitchFamily="2"/>
              </a:defRPr>
            </a:lvl3pPr>
            <a:lvl4pPr marL="1600199" marR="0" lvl="3" indent="-228600" algn="l" hangingPunct="0">
              <a:lnSpc>
                <a:spcPct val="100000"/>
              </a:lnSpc>
              <a:spcBef>
                <a:spcPts val="400"/>
              </a:spcBef>
              <a:spcAft>
                <a:spcPts val="0"/>
              </a:spcAft>
              <a:buClr>
                <a:srgbClr val="000000"/>
              </a:buClr>
              <a:buSzPct val="100000"/>
              <a:buFont typeface="Times New Roman" pitchFamily="18"/>
              <a:buChar char="–"/>
              <a:tabLst>
                <a:tab pos="228600" algn="l"/>
                <a:tab pos="1143000" algn="l"/>
                <a:tab pos="2057400" algn="l"/>
                <a:tab pos="2971800" algn="l"/>
                <a:tab pos="3886200" algn="l"/>
                <a:tab pos="4800600" algn="l"/>
                <a:tab pos="5715000" algn="l"/>
                <a:tab pos="6629400" algn="l"/>
                <a:tab pos="7543799" algn="l"/>
                <a:tab pos="8458200" algn="l"/>
              </a:tabLst>
              <a:defRPr lang="de-DE" sz="1600" b="0" i="0" u="none" strike="noStrike" baseline="0">
                <a:ln>
                  <a:noFill/>
                </a:ln>
                <a:solidFill>
                  <a:srgbClr val="000000"/>
                </a:solidFill>
                <a:latin typeface="Times New Roman" pitchFamily="18"/>
                <a:ea typeface="MS Gothic" pitchFamily="2"/>
                <a:cs typeface="Tahoma" pitchFamily="2"/>
              </a:defRPr>
            </a:lvl4pPr>
            <a:lvl5pPr marL="2057400" marR="0" lvl="4" indent="-228600" algn="l" hangingPunct="0">
              <a:lnSpc>
                <a:spcPct val="100000"/>
              </a:lnSpc>
              <a:spcBef>
                <a:spcPts val="349"/>
              </a:spcBef>
              <a:spcAft>
                <a:spcPts val="0"/>
              </a:spcAft>
              <a:buClr>
                <a:srgbClr val="000000"/>
              </a:buClr>
              <a:buSzPct val="100000"/>
              <a:buFont typeface="Times New Roman" pitchFamily="18"/>
              <a:buChar char="»"/>
              <a:tabLst>
                <a:tab pos="685799" algn="l"/>
                <a:tab pos="1600200" algn="l"/>
                <a:tab pos="2514600" algn="l"/>
                <a:tab pos="3429000" algn="l"/>
                <a:tab pos="4343400" algn="l"/>
                <a:tab pos="5257800" algn="l"/>
                <a:tab pos="6172200" algn="l"/>
                <a:tab pos="7086600" algn="l"/>
                <a:tab pos="8000999" algn="l"/>
              </a:tabLst>
              <a:defRPr lang="de-DE" sz="1400" b="0" i="0" u="none" strike="noStrike" baseline="0">
                <a:ln>
                  <a:noFill/>
                </a:ln>
                <a:solidFill>
                  <a:srgbClr val="000000"/>
                </a:solidFill>
                <a:latin typeface="Times New Roman" pitchFamily="18"/>
                <a:ea typeface="MS Gothic" pitchFamily="2"/>
                <a:cs typeface="Tahoma" pitchFamily="2"/>
              </a:defRPr>
            </a:lvl5pPr>
            <a:lvl6pPr marL="2057400" marR="0" lvl="5" indent="-228600" algn="l" hangingPunct="0">
              <a:lnSpc>
                <a:spcPct val="100000"/>
              </a:lnSpc>
              <a:spcBef>
                <a:spcPts val="349"/>
              </a:spcBef>
              <a:spcAft>
                <a:spcPts val="0"/>
              </a:spcAft>
              <a:buClr>
                <a:srgbClr val="000000"/>
              </a:buClr>
              <a:buSzPct val="100000"/>
              <a:buFont typeface="Times New Roman" pitchFamily="18"/>
              <a:buChar char="»"/>
              <a:tabLst>
                <a:tab pos="685799" algn="l"/>
                <a:tab pos="1600200" algn="l"/>
                <a:tab pos="2514600" algn="l"/>
                <a:tab pos="3429000" algn="l"/>
                <a:tab pos="4343400" algn="l"/>
                <a:tab pos="5257800" algn="l"/>
                <a:tab pos="6172200" algn="l"/>
                <a:tab pos="7086600" algn="l"/>
                <a:tab pos="8000999" algn="l"/>
              </a:tabLst>
              <a:defRPr lang="de-DE" sz="1400" b="0" i="0" u="none" strike="noStrike" baseline="0">
                <a:ln>
                  <a:noFill/>
                </a:ln>
                <a:solidFill>
                  <a:srgbClr val="000000"/>
                </a:solidFill>
                <a:latin typeface="Times New Roman" pitchFamily="18"/>
                <a:ea typeface="MS Gothic" pitchFamily="2"/>
                <a:cs typeface="Tahoma" pitchFamily="2"/>
              </a:defRPr>
            </a:lvl6pPr>
            <a:lvl7pPr marL="2057400" marR="0" lvl="6" indent="-228600" algn="l" hangingPunct="0">
              <a:lnSpc>
                <a:spcPct val="100000"/>
              </a:lnSpc>
              <a:spcBef>
                <a:spcPts val="349"/>
              </a:spcBef>
              <a:spcAft>
                <a:spcPts val="0"/>
              </a:spcAft>
              <a:buClr>
                <a:srgbClr val="000000"/>
              </a:buClr>
              <a:buSzPct val="100000"/>
              <a:buFont typeface="Times New Roman" pitchFamily="18"/>
              <a:buChar char="»"/>
              <a:tabLst>
                <a:tab pos="685799" algn="l"/>
                <a:tab pos="1600200" algn="l"/>
                <a:tab pos="2514600" algn="l"/>
                <a:tab pos="3429000" algn="l"/>
                <a:tab pos="4343400" algn="l"/>
                <a:tab pos="5257800" algn="l"/>
                <a:tab pos="6172200" algn="l"/>
                <a:tab pos="7086600" algn="l"/>
                <a:tab pos="8000999" algn="l"/>
              </a:tabLst>
              <a:defRPr lang="de-DE" sz="1400" b="0" i="0" u="none" strike="noStrike" baseline="0">
                <a:ln>
                  <a:noFill/>
                </a:ln>
                <a:solidFill>
                  <a:srgbClr val="000000"/>
                </a:solidFill>
                <a:latin typeface="Times New Roman" pitchFamily="18"/>
                <a:ea typeface="MS Gothic" pitchFamily="2"/>
                <a:cs typeface="Tahoma" pitchFamily="2"/>
              </a:defRPr>
            </a:lvl7pPr>
            <a:lvl8pPr marL="2057400" marR="0" lvl="7" indent="-228600" algn="l" hangingPunct="0">
              <a:lnSpc>
                <a:spcPct val="100000"/>
              </a:lnSpc>
              <a:spcBef>
                <a:spcPts val="349"/>
              </a:spcBef>
              <a:spcAft>
                <a:spcPts val="0"/>
              </a:spcAft>
              <a:buClr>
                <a:srgbClr val="000000"/>
              </a:buClr>
              <a:buSzPct val="100000"/>
              <a:buFont typeface="Times New Roman" pitchFamily="18"/>
              <a:buChar char="»"/>
              <a:tabLst>
                <a:tab pos="685799" algn="l"/>
                <a:tab pos="1600200" algn="l"/>
                <a:tab pos="2514600" algn="l"/>
                <a:tab pos="3429000" algn="l"/>
                <a:tab pos="4343400" algn="l"/>
                <a:tab pos="5257800" algn="l"/>
                <a:tab pos="6172200" algn="l"/>
                <a:tab pos="7086600" algn="l"/>
                <a:tab pos="8000999" algn="l"/>
              </a:tabLst>
              <a:defRPr lang="de-DE" sz="1400" b="0" i="0" u="none" strike="noStrike" baseline="0">
                <a:ln>
                  <a:noFill/>
                </a:ln>
                <a:solidFill>
                  <a:srgbClr val="000000"/>
                </a:solidFill>
                <a:latin typeface="Times New Roman" pitchFamily="18"/>
                <a:ea typeface="MS Gothic" pitchFamily="2"/>
                <a:cs typeface="Tahoma" pitchFamily="2"/>
              </a:defRPr>
            </a:lvl8pPr>
            <a:lvl9pPr marL="1944000" marR="0" lvl="8" indent="-216000" algn="l" hangingPunct="0">
              <a:lnSpc>
                <a:spcPct val="100000"/>
              </a:lnSpc>
              <a:spcBef>
                <a:spcPts val="349"/>
              </a:spcBef>
              <a:spcAft>
                <a:spcPts val="0"/>
              </a:spcAft>
              <a:buSzPct val="45000"/>
              <a:buFont typeface="StarSymbol"/>
              <a:buChar char="●"/>
              <a:tabLst>
                <a:tab pos="685799" algn="l"/>
                <a:tab pos="1600200" algn="l"/>
                <a:tab pos="2514600" algn="l"/>
                <a:tab pos="3429000" algn="l"/>
                <a:tab pos="4343400" algn="l"/>
                <a:tab pos="5257800" algn="l"/>
                <a:tab pos="6172200" algn="l"/>
                <a:tab pos="7086600" algn="l"/>
                <a:tab pos="8000999" algn="l"/>
              </a:tabLst>
              <a:defRPr lang="de-DE" sz="1400" b="0" i="0" u="none" strike="noStrike" baseline="0">
                <a:ln>
                  <a:noFill/>
                </a:ln>
                <a:solidFill>
                  <a:srgbClr val="000000"/>
                </a:solidFill>
                <a:latin typeface="Times New Roman" pitchFamily="18"/>
                <a:ea typeface="MS Gothic" pitchFamily="2"/>
                <a:cs typeface="Tahoma" pitchFamily="2"/>
              </a:defRPr>
            </a:lvl9pPr>
          </a:lstStyle>
          <a:p>
            <a:pPr lvl="0"/>
            <a:r>
              <a:rPr lang="de-DE" dirty="0" smtClean="0"/>
              <a:t>Textmasterformate durch Klicken bearbeiten</a:t>
            </a:r>
          </a:p>
          <a:p>
            <a:pPr lvl="1"/>
            <a:r>
              <a:rPr lang="de-DE" dirty="0" smtClean="0"/>
              <a:t>Zweite Ebene</a:t>
            </a:r>
          </a:p>
          <a:p>
            <a:pPr lvl="2"/>
            <a:r>
              <a:rPr lang="de-DE" dirty="0" smtClean="0"/>
              <a:t>Dritte Ebene</a:t>
            </a:r>
          </a:p>
          <a:p>
            <a:pPr lvl="3"/>
            <a:r>
              <a:rPr lang="de-DE" dirty="0" smtClean="0"/>
              <a:t>Vierte Ebene</a:t>
            </a:r>
          </a:p>
          <a:p>
            <a:pPr lvl="4"/>
            <a:r>
              <a:rPr lang="de-DE" dirty="0" smtClean="0"/>
              <a:t>Fünfte Ebene</a:t>
            </a:r>
            <a:endParaRPr lang="de-DE" dirty="0"/>
          </a:p>
        </p:txBody>
      </p:sp>
      <p:sp>
        <p:nvSpPr>
          <p:cNvPr id="4" name="Datumsplatzhalter 3"/>
          <p:cNvSpPr txBox="1">
            <a:spLocks noGrp="1"/>
          </p:cNvSpPr>
          <p:nvPr>
            <p:ph type="dt" sz="half" idx="2"/>
          </p:nvPr>
        </p:nvSpPr>
        <p:spPr>
          <a:xfrm>
            <a:off x="6553080" y="6248520"/>
            <a:ext cx="1905120" cy="457559"/>
          </a:xfrm>
          <a:prstGeom prst="rect">
            <a:avLst/>
          </a:prstGeom>
          <a:noFill/>
          <a:ln>
            <a:noFill/>
          </a:ln>
        </p:spPr>
        <p:txBody>
          <a:bodyPr wrap="square" lIns="90000" tIns="46800" rIns="90000" bIns="46800" anchor="t" anchorCtr="0"/>
          <a:lstStyle>
            <a:lvl1pPr marL="0" marR="0" lvl="0" indent="0" algn="r"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de-DE" sz="1400" b="0" i="0" u="none" strike="noStrike" baseline="0">
                <a:solidFill>
                  <a:srgbClr val="000000"/>
                </a:solidFill>
                <a:latin typeface="Lucida Sans Unicode" pitchFamily="34" charset="0"/>
                <a:ea typeface="Lucida Sans Unicode" pitchFamily="34" charset="0"/>
                <a:cs typeface="Lucida Sans Unicode" pitchFamily="34" charset="0"/>
              </a:defRPr>
            </a:lvl1pPr>
          </a:lstStyle>
          <a:p>
            <a:fld id="{13BEEF5F-5433-44C5-AC85-3B309CC670DE}" type="datetime1">
              <a:rPr lang="de-DE" smtClean="0"/>
              <a:pPr/>
              <a:t>30.01.2014</a:t>
            </a:fld>
            <a:endParaRPr lang="de-DE" dirty="0"/>
          </a:p>
        </p:txBody>
      </p:sp>
      <p:sp>
        <p:nvSpPr>
          <p:cNvPr id="5" name="Fußzeilenplatzhalter 4"/>
          <p:cNvSpPr txBox="1">
            <a:spLocks noGrp="1"/>
          </p:cNvSpPr>
          <p:nvPr>
            <p:ph type="ftr" sz="quarter" idx="3"/>
          </p:nvPr>
        </p:nvSpPr>
        <p:spPr>
          <a:xfrm>
            <a:off x="685440" y="6248520"/>
            <a:ext cx="2895479" cy="457559"/>
          </a:xfrm>
          <a:prstGeom prst="rect">
            <a:avLst/>
          </a:prstGeom>
          <a:noFill/>
          <a:ln>
            <a:noFill/>
          </a:ln>
        </p:spPr>
        <p:txBody>
          <a:bodyPr wrap="square" lIns="90000" tIns="46800" rIns="90000" bIns="46800" anchor="t" anchorCtr="0"/>
          <a:lstStyle>
            <a:lvl1pPr marL="0" marR="0" lvl="0" indent="0" algn="l"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en-US" sz="1400" b="0" i="0" u="none" strike="noStrike" baseline="0">
                <a:solidFill>
                  <a:srgbClr val="000000"/>
                </a:solidFill>
                <a:latin typeface="Lucida Sans Unicode" pitchFamily="34" charset="0"/>
                <a:ea typeface="Lucida Sans Unicode" pitchFamily="34" charset="0"/>
                <a:cs typeface="Lucida Sans Unicode" pitchFamily="34" charset="0"/>
              </a:defRPr>
            </a:lvl1pPr>
          </a:lstStyle>
          <a:p>
            <a:r>
              <a:rPr lang="de-DE" dirty="0" err="1" smtClean="0"/>
              <a:t>OStR</a:t>
            </a:r>
            <a:r>
              <a:rPr lang="de-DE" dirty="0" smtClean="0"/>
              <a:t> G. H. Ernstmeier</a:t>
            </a:r>
            <a:endParaRPr lang="de-DE" dirty="0"/>
          </a:p>
        </p:txBody>
      </p:sp>
      <p:sp>
        <p:nvSpPr>
          <p:cNvPr id="6" name="Foliennummernplatzhalter 5"/>
          <p:cNvSpPr txBox="1">
            <a:spLocks noGrp="1"/>
          </p:cNvSpPr>
          <p:nvPr>
            <p:ph type="sldNum" sz="quarter" idx="4"/>
          </p:nvPr>
        </p:nvSpPr>
        <p:spPr>
          <a:xfrm>
            <a:off x="3657600" y="6248520"/>
            <a:ext cx="1905120" cy="457559"/>
          </a:xfrm>
          <a:prstGeom prst="rect">
            <a:avLst/>
          </a:prstGeom>
          <a:noFill/>
          <a:ln>
            <a:noFill/>
          </a:ln>
        </p:spPr>
        <p:txBody>
          <a:bodyPr wrap="square" lIns="90000" tIns="46800" rIns="90000" bIns="46800" anchor="t" anchorCtr="0"/>
          <a:lstStyle>
            <a:lvl1pPr marL="0" marR="0" lvl="0" indent="0" algn="ctr"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en-US" sz="1400" b="0" i="0" u="none" strike="noStrike" baseline="0">
                <a:solidFill>
                  <a:srgbClr val="000000"/>
                </a:solidFill>
                <a:latin typeface="Lucida Sans Unicode" pitchFamily="34" charset="0"/>
                <a:ea typeface="Lucida Sans Unicode" pitchFamily="34" charset="0"/>
                <a:cs typeface="Lucida Sans Unicode" pitchFamily="34" charset="0"/>
              </a:defRPr>
            </a:lvl1pPr>
          </a:lstStyle>
          <a:p>
            <a:fld id="{3D579A08-F1AB-46CB-AEC3-B044AA2C123C}" type="slidenum">
              <a:rPr lang="de-DE" smtClean="0"/>
              <a:pPr/>
              <a:t>‹Nr.›</a:t>
            </a:fld>
            <a:endParaRPr lang="de-DE" dirty="0"/>
          </a:p>
        </p:txBody>
      </p:sp>
      <p:sp>
        <p:nvSpPr>
          <p:cNvPr id="7" name="Gerade Verbindung 6"/>
          <p:cNvSpPr/>
          <p:nvPr/>
        </p:nvSpPr>
        <p:spPr>
          <a:xfrm>
            <a:off x="-360" y="6172200"/>
            <a:ext cx="9144000" cy="0"/>
          </a:xfrm>
          <a:prstGeom prst="line">
            <a:avLst/>
          </a:prstGeom>
          <a:noFill/>
          <a:ln w="9360">
            <a:solidFill>
              <a:srgbClr val="000000"/>
            </a:solidFill>
            <a:prstDash val="solid"/>
            <a:miter/>
          </a:ln>
        </p:spPr>
        <p:txBody>
          <a:bodyPr vert="horz" wrap="none" lIns="90000" tIns="46800" rIns="90000" bIns="46800" anchor="ctr" anchorCtr="0" compatLnSpc="0"/>
          <a:lstStyle>
            <a:defPPr lvl="0">
              <a:buClr>
                <a:srgbClr val="000000"/>
              </a:buClr>
              <a:buSzPct val="100000"/>
              <a:buFont typeface="Times New Roman" pitchFamily="18"/>
              <a:buNone/>
            </a:defPPr>
            <a:lvl1pPr lvl="0">
              <a:buClr>
                <a:srgbClr val="000000"/>
              </a:buClr>
              <a:buSzPct val="100000"/>
              <a:buFont typeface="Times New Roman" pitchFamily="18"/>
              <a:buChar char="•"/>
            </a:lvl1pPr>
            <a:lvl2pPr lvl="1">
              <a:buClr>
                <a:srgbClr val="000000"/>
              </a:buClr>
              <a:buSzPct val="100000"/>
              <a:buFont typeface="Times New Roman" pitchFamily="18"/>
              <a:buChar char="•"/>
            </a:lvl2pPr>
            <a:lvl3pPr lvl="2">
              <a:buClr>
                <a:srgbClr val="000000"/>
              </a:buClr>
              <a:buSzPct val="100000"/>
              <a:buFont typeface="Times New Roman" pitchFamily="18"/>
              <a:buChar char="•"/>
            </a:lvl3pPr>
            <a:lvl4pPr lvl="3">
              <a:buClr>
                <a:srgbClr val="000000"/>
              </a:buClr>
              <a:buSzPct val="100000"/>
              <a:buFont typeface="Times New Roman" pitchFamily="18"/>
              <a:buChar char="•"/>
            </a:lvl4pPr>
            <a:lvl5pPr lvl="4">
              <a:buClr>
                <a:srgbClr val="000000"/>
              </a:buClr>
              <a:buSzPct val="100000"/>
              <a:buFont typeface="Times New Roman" pitchFamily="18"/>
              <a:buChar char="•"/>
            </a:lvl5pPr>
            <a:lvl6pPr lvl="5">
              <a:buClr>
                <a:srgbClr val="000000"/>
              </a:buClr>
              <a:buSzPct val="100000"/>
              <a:buFont typeface="Times New Roman" pitchFamily="18"/>
              <a:buChar char="•"/>
            </a:lvl6pPr>
            <a:lvl7pPr lvl="6">
              <a:buClr>
                <a:srgbClr val="000000"/>
              </a:buClr>
              <a:buSzPct val="100000"/>
              <a:buFont typeface="Times New Roman" pitchFamily="18"/>
              <a:buChar char="•"/>
            </a:lvl7pPr>
            <a:lvl8pPr lvl="7">
              <a:buClr>
                <a:srgbClr val="000000"/>
              </a:buClr>
              <a:buSzPct val="100000"/>
              <a:buFont typeface="Times New Roman" pitchFamily="18"/>
              <a:buChar char="•"/>
            </a:lvl8pPr>
            <a:lvl9pPr lvl="8">
              <a:buClr>
                <a:srgbClr val="000000"/>
              </a:buClr>
              <a:buSzPct val="100000"/>
              <a:buFont typeface="Times New Roman" pitchFamily="18"/>
              <a:buChar char="•"/>
            </a:lvl9pPr>
          </a:lstStyle>
          <a:p>
            <a:pPr marL="0" marR="0" lvl="0" indent="0" algn="l" rtl="0" hangingPunct="0">
              <a:lnSpc>
                <a:spcPct val="100000"/>
              </a:lnSpc>
              <a:spcBef>
                <a:spcPts val="0"/>
              </a:spcBef>
              <a:spcAft>
                <a:spcPts val="0"/>
              </a:spcAft>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pPr>
            <a:endParaRPr lang="de-DE" sz="2400" b="0" i="0" u="none" strike="noStrike" baseline="0">
              <a:ln>
                <a:noFill/>
              </a:ln>
              <a:solidFill>
                <a:srgbClr val="000000"/>
              </a:solidFill>
              <a:latin typeface="Times New Roman" pitchFamily="18"/>
              <a:ea typeface="MS Gothic" pitchFamily="2"/>
              <a:cs typeface="Tahoma" pitchFamily="2"/>
            </a:endParaRPr>
          </a:p>
        </p:txBody>
      </p:sp>
      <p:grpSp>
        <p:nvGrpSpPr>
          <p:cNvPr id="8" name="Gruppieren 7"/>
          <p:cNvGrpSpPr/>
          <p:nvPr/>
        </p:nvGrpSpPr>
        <p:grpSpPr>
          <a:xfrm>
            <a:off x="312738" y="228600"/>
            <a:ext cx="8512775" cy="906131"/>
            <a:chOff x="312738" y="228600"/>
            <a:chExt cx="8512775" cy="906131"/>
          </a:xfrm>
        </p:grpSpPr>
        <p:pic>
          <p:nvPicPr>
            <p:cNvPr id="9" name="logo"/>
            <p:cNvPicPr>
              <a:picLocks noChangeAspect="1"/>
            </p:cNvPicPr>
            <p:nvPr/>
          </p:nvPicPr>
          <p:blipFill>
            <a:blip r:embed="rId14" cstate="print"/>
            <a:stretch>
              <a:fillRect/>
            </a:stretch>
          </p:blipFill>
          <p:spPr>
            <a:xfrm>
              <a:off x="7848720" y="228600"/>
              <a:ext cx="976793" cy="906131"/>
            </a:xfrm>
            <a:prstGeom prst="rect">
              <a:avLst/>
            </a:prstGeom>
            <a:noFill/>
            <a:ln>
              <a:noFill/>
            </a:ln>
          </p:spPr>
        </p:pic>
        <p:graphicFrame>
          <p:nvGraphicFramePr>
            <p:cNvPr id="10" name="Objekt 9"/>
            <p:cNvGraphicFramePr>
              <a:graphicFrameLocks noChangeAspect="1"/>
            </p:cNvGraphicFramePr>
            <p:nvPr/>
          </p:nvGraphicFramePr>
          <p:xfrm>
            <a:off x="312738" y="374650"/>
            <a:ext cx="6088062" cy="612775"/>
          </p:xfrm>
          <a:graphic>
            <a:graphicData uri="http://schemas.openxmlformats.org/presentationml/2006/ole">
              <p:oleObj spid="_x0000_s1026" name="Document" r:id="rId15" imgW="0" imgH="0" progId="Word.Document.8">
                <p:embed/>
              </p:oleObj>
            </a:graphicData>
          </a:graphic>
        </p:graphicFrame>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iming>
    <p:tnLst>
      <p:par>
        <p:cTn id="1" dur="indefinite" restart="never" nodeType="tmRoot"/>
      </p:par>
    </p:tnLst>
  </p:timing>
  <p:hf hdr="0"/>
  <p:txStyles>
    <p:titleStyle>
      <a:lvl1pPr marL="0" marR="0" indent="0" algn="ctr" rtl="0" eaLnBrk="1" hangingPunct="1">
        <a:lnSpc>
          <a:spcPct val="100000"/>
        </a:lnSpc>
        <a:spcBef>
          <a:spcPts val="0"/>
        </a:spcBef>
        <a:spcAft>
          <a:spcPts val="0"/>
        </a:spcAft>
        <a:buFontTx/>
        <a:buNone/>
        <a:tabLst>
          <a:tab pos="0" algn="l"/>
          <a:tab pos="914400" algn="l"/>
          <a:tab pos="1828800" algn="l"/>
          <a:tab pos="2743199" algn="l"/>
          <a:tab pos="3657600" algn="l"/>
          <a:tab pos="4572000" algn="l"/>
          <a:tab pos="5486399" algn="l"/>
          <a:tab pos="6400799" algn="l"/>
          <a:tab pos="7315200" algn="l"/>
          <a:tab pos="8229600" algn="l"/>
          <a:tab pos="9144000" algn="l"/>
          <a:tab pos="10058400" algn="l"/>
        </a:tabLst>
        <a:defRPr lang="de-DE" sz="3200" b="1" i="0" u="none" strike="noStrike" baseline="0">
          <a:ln>
            <a:noFill/>
          </a:ln>
          <a:solidFill>
            <a:srgbClr val="000000"/>
          </a:solidFill>
          <a:latin typeface="Lucida Sans Unicode" pitchFamily="34" charset="0"/>
          <a:ea typeface="MS Gothic" pitchFamily="2"/>
          <a:cs typeface="Lucida Sans Unicode" pitchFamily="34" charset="0"/>
        </a:defRPr>
      </a:lvl1pPr>
    </p:titleStyle>
    <p:bodyStyle>
      <a:lvl1pPr marL="0" marR="0" indent="0" algn="l" rtl="0" eaLnBrk="1" hangingPunct="1">
        <a:lnSpc>
          <a:spcPct val="100000"/>
        </a:lnSpc>
        <a:spcBef>
          <a:spcPts val="598"/>
        </a:spcBef>
        <a:spcAft>
          <a:spcPts val="0"/>
        </a:spcAft>
        <a:tabLst>
          <a:tab pos="571320" algn="l"/>
          <a:tab pos="1485719" algn="l"/>
          <a:tab pos="2400119" algn="l"/>
          <a:tab pos="3314519" algn="l"/>
          <a:tab pos="4228919" algn="l"/>
          <a:tab pos="5143320" algn="l"/>
          <a:tab pos="6057720" algn="l"/>
          <a:tab pos="6972120" algn="l"/>
          <a:tab pos="7886520" algn="l"/>
          <a:tab pos="8800920" algn="l"/>
          <a:tab pos="9715320" algn="l"/>
        </a:tabLst>
        <a:defRPr lang="de-DE" sz="2400" b="0" i="0" u="none" strike="noStrike" baseline="0">
          <a:ln>
            <a:noFill/>
          </a:ln>
          <a:solidFill>
            <a:srgbClr val="000000"/>
          </a:solidFill>
          <a:latin typeface="Segoe Script" pitchFamily="34" charset="0"/>
          <a:ea typeface="MS Gothic" pitchFamily="2"/>
          <a:cs typeface="Lucida Sans Unicode" pitchFamily="34" charset="0"/>
        </a:defRPr>
      </a:lvl1pPr>
      <a:lvl2pPr>
        <a:defRPr>
          <a:latin typeface="Lucida Sans Unicode" pitchFamily="34" charset="0"/>
          <a:cs typeface="Lucida Sans Unicode" pitchFamily="34" charset="0"/>
        </a:defRPr>
      </a:lvl2pPr>
      <a:lvl3pPr>
        <a:defRPr>
          <a:latin typeface="Segoe UI Light" pitchFamily="34" charset="0"/>
        </a:defRPr>
      </a:lvl3pPr>
      <a:lvl4pPr>
        <a:defRPr/>
      </a:lvl4pPr>
      <a:lvl5pPr>
        <a:defRPr/>
      </a:lvl5pPr>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2339752" y="5589240"/>
            <a:ext cx="5432648" cy="288032"/>
          </a:xfrm>
        </p:spPr>
        <p:txBody>
          <a:bodyPr/>
          <a:lstStyle/>
          <a:p>
            <a:pPr algn="l"/>
            <a:r>
              <a:rPr lang="de-DE" sz="1000" dirty="0" smtClean="0"/>
              <a:t>Quelle: </a:t>
            </a:r>
            <a:r>
              <a:rPr lang="de-DE" sz="1000" dirty="0" err="1" smtClean="0"/>
              <a:t>c‘t</a:t>
            </a:r>
            <a:r>
              <a:rPr lang="de-DE" sz="1000" dirty="0" smtClean="0"/>
              <a:t> 2010 Heft 10</a:t>
            </a:r>
            <a:endParaRPr lang="de-DE" sz="1000" dirty="0"/>
          </a:p>
        </p:txBody>
      </p:sp>
      <p:sp>
        <p:nvSpPr>
          <p:cNvPr id="4" name="Fußzeilenplatzhalter 3"/>
          <p:cNvSpPr>
            <a:spLocks noGrp="1"/>
          </p:cNvSpPr>
          <p:nvPr>
            <p:ph type="ftr" sz="quarter" idx="11"/>
          </p:nvPr>
        </p:nvSpPr>
        <p:spPr/>
        <p:txBody>
          <a:bodyPr/>
          <a:lstStyle/>
          <a:p>
            <a:r>
              <a:rPr lang="de-DE" smtClean="0"/>
              <a:t>OStR G. H. Ernstmeier</a:t>
            </a:r>
            <a:endParaRPr lang="de-DE" dirty="0"/>
          </a:p>
        </p:txBody>
      </p:sp>
      <p:sp>
        <p:nvSpPr>
          <p:cNvPr id="6" name="Titel 5"/>
          <p:cNvSpPr>
            <a:spLocks noGrp="1"/>
          </p:cNvSpPr>
          <p:nvPr>
            <p:ph type="title"/>
          </p:nvPr>
        </p:nvSpPr>
        <p:spPr/>
        <p:txBody>
          <a:bodyPr/>
          <a:lstStyle/>
          <a:p>
            <a:pPr>
              <a:buNone/>
            </a:pPr>
            <a:r>
              <a:rPr lang="de-DE" dirty="0" err="1" smtClean="0"/>
              <a:t>Cloud</a:t>
            </a:r>
            <a:r>
              <a:rPr lang="de-DE" dirty="0" smtClean="0"/>
              <a:t> Services</a:t>
            </a:r>
            <a:endParaRPr lang="de-DE" dirty="0"/>
          </a:p>
        </p:txBody>
      </p:sp>
      <p:pic>
        <p:nvPicPr>
          <p:cNvPr id="2050" name="Picture 2"/>
          <p:cNvPicPr>
            <a:picLocks noChangeAspect="1" noChangeArrowheads="1"/>
          </p:cNvPicPr>
          <p:nvPr/>
        </p:nvPicPr>
        <p:blipFill>
          <a:blip r:embed="rId2" cstate="print"/>
          <a:srcRect/>
          <a:stretch>
            <a:fillRect/>
          </a:stretch>
        </p:blipFill>
        <p:spPr bwMode="auto">
          <a:xfrm>
            <a:off x="2339752" y="1916832"/>
            <a:ext cx="4859834" cy="3602880"/>
          </a:xfrm>
          <a:prstGeom prst="rect">
            <a:avLst/>
          </a:prstGeom>
          <a:noFill/>
          <a:ln w="9525">
            <a:noFill/>
            <a:miter lim="800000"/>
            <a:headEnd/>
            <a:tailEnd/>
          </a:ln>
        </p:spPr>
      </p:pic>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smtClean="0"/>
              <a:t>Was kann die „Wolke“?</a:t>
            </a:r>
            <a:endParaRPr lang="de-DE" dirty="0"/>
          </a:p>
        </p:txBody>
      </p:sp>
      <p:sp>
        <p:nvSpPr>
          <p:cNvPr id="3" name="Inhaltsplatzhalter 2"/>
          <p:cNvSpPr>
            <a:spLocks noGrp="1"/>
          </p:cNvSpPr>
          <p:nvPr>
            <p:ph idx="1"/>
          </p:nvPr>
        </p:nvSpPr>
        <p:spPr/>
        <p:txBody>
          <a:bodyPr/>
          <a:lstStyle/>
          <a:p>
            <a:r>
              <a:rPr lang="de-DE" dirty="0" smtClean="0"/>
              <a:t>Daten sicher verwahren (?)</a:t>
            </a:r>
          </a:p>
          <a:p>
            <a:pPr>
              <a:buNone/>
            </a:pPr>
            <a:endParaRPr lang="de-DE" dirty="0" smtClean="0"/>
          </a:p>
          <a:p>
            <a:r>
              <a:rPr lang="de-DE" dirty="0" smtClean="0"/>
              <a:t>Austausch von Daten plattformübergreifend (?)</a:t>
            </a:r>
          </a:p>
          <a:p>
            <a:pPr>
              <a:buNone/>
            </a:pPr>
            <a:endParaRPr lang="de-DE" dirty="0" smtClean="0"/>
          </a:p>
          <a:p>
            <a:r>
              <a:rPr lang="de-DE" dirty="0" smtClean="0"/>
              <a:t>Geld sparen (?)</a:t>
            </a:r>
          </a:p>
          <a:p>
            <a:pPr lvl="1"/>
            <a:r>
              <a:rPr lang="de-DE" dirty="0" smtClean="0"/>
              <a:t>Stromkosten für Server</a:t>
            </a:r>
            <a:endParaRPr lang="de-DE"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2</a:t>
            </a:fld>
            <a:endParaRPr lang="de-DE"/>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2000"/>
                                        <p:tgtEl>
                                          <p:spTgt spid="3">
                                            <p:txEl>
                                              <p:pRg st="4" end="4"/>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smtClean="0"/>
              <a:t>Wer </a:t>
            </a:r>
            <a:r>
              <a:rPr lang="de-DE" dirty="0" err="1" smtClean="0"/>
              <a:t>hats</a:t>
            </a:r>
            <a:r>
              <a:rPr lang="de-DE" dirty="0" smtClean="0"/>
              <a:t> erfunden?</a:t>
            </a:r>
            <a:endParaRPr lang="de-DE" dirty="0"/>
          </a:p>
        </p:txBody>
      </p:sp>
      <p:sp>
        <p:nvSpPr>
          <p:cNvPr id="3" name="Inhaltsplatzhalter 2"/>
          <p:cNvSpPr>
            <a:spLocks noGrp="1"/>
          </p:cNvSpPr>
          <p:nvPr>
            <p:ph idx="1"/>
          </p:nvPr>
        </p:nvSpPr>
        <p:spPr/>
        <p:txBody>
          <a:bodyPr/>
          <a:lstStyle/>
          <a:p>
            <a:endParaRPr lang="de-DE" dirty="0" smtClean="0"/>
          </a:p>
          <a:p>
            <a:endParaRPr lang="de-DE" dirty="0" smtClean="0"/>
          </a:p>
          <a:p>
            <a:pPr>
              <a:buNone/>
            </a:pPr>
            <a:r>
              <a:rPr lang="de-DE" dirty="0" smtClean="0"/>
              <a:t>					</a:t>
            </a:r>
            <a:r>
              <a:rPr lang="de-DE" sz="13800" dirty="0" smtClean="0"/>
              <a:t>Amazon</a:t>
            </a:r>
            <a:endParaRPr lang="de-DE" sz="13800"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3</a:t>
            </a:fld>
            <a:endParaRPr lang="de-DE"/>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smtClean="0"/>
              <a:t>Die „CLOUD“</a:t>
            </a:r>
            <a:endParaRPr lang="de-DE" dirty="0"/>
          </a:p>
        </p:txBody>
      </p:sp>
      <p:sp>
        <p:nvSpPr>
          <p:cNvPr id="3" name="Inhaltsplatzhalter 2"/>
          <p:cNvSpPr>
            <a:spLocks noGrp="1"/>
          </p:cNvSpPr>
          <p:nvPr>
            <p:ph idx="1"/>
          </p:nvPr>
        </p:nvSpPr>
        <p:spPr/>
        <p:txBody>
          <a:bodyPr/>
          <a:lstStyle/>
          <a:p>
            <a:endParaRPr lang="de-DE" dirty="0" smtClean="0"/>
          </a:p>
          <a:p>
            <a:r>
              <a:rPr lang="de-DE" dirty="0" err="1" smtClean="0"/>
              <a:t>Virtualisierte</a:t>
            </a:r>
            <a:endParaRPr lang="de-DE" dirty="0" smtClean="0"/>
          </a:p>
          <a:p>
            <a:r>
              <a:rPr lang="de-DE" dirty="0" smtClean="0"/>
              <a:t>Abstrahierte</a:t>
            </a:r>
          </a:p>
          <a:p>
            <a:r>
              <a:rPr lang="de-DE" dirty="0" smtClean="0"/>
              <a:t>Nicht </a:t>
            </a:r>
            <a:r>
              <a:rPr lang="de-DE" dirty="0" err="1" smtClean="0"/>
              <a:t>verortbare</a:t>
            </a:r>
            <a:r>
              <a:rPr lang="de-DE" dirty="0" smtClean="0"/>
              <a:t> 	</a:t>
            </a:r>
          </a:p>
          <a:p>
            <a:pPr lvl="8">
              <a:buNone/>
            </a:pPr>
            <a:r>
              <a:rPr lang="de-DE" dirty="0" smtClean="0"/>
              <a:t>				</a:t>
            </a:r>
            <a:r>
              <a:rPr lang="de-DE" sz="4000" dirty="0" smtClean="0">
                <a:latin typeface="Lucida Sans Unicode" pitchFamily="34" charset="0"/>
                <a:cs typeface="Lucida Sans Unicode" pitchFamily="34" charset="0"/>
              </a:rPr>
              <a:t>Ressourcen</a:t>
            </a:r>
            <a:endParaRPr lang="de-DE" sz="4000" dirty="0">
              <a:latin typeface="Lucida Sans Unicode" pitchFamily="34" charset="0"/>
              <a:cs typeface="Lucida Sans Unicode" pitchFamily="34" charset="0"/>
            </a:endParaRPr>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4</a:t>
            </a:fld>
            <a:endParaRPr lang="de-DE"/>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smtClean="0"/>
              <a:t>3 Kategorien von </a:t>
            </a:r>
            <a:r>
              <a:rPr lang="de-DE" dirty="0" err="1" smtClean="0"/>
              <a:t>Cloud</a:t>
            </a:r>
            <a:r>
              <a:rPr lang="de-DE" dirty="0" smtClean="0"/>
              <a:t>-Diensten</a:t>
            </a:r>
            <a:endParaRPr lang="de-DE" dirty="0"/>
          </a:p>
        </p:txBody>
      </p:sp>
      <p:sp>
        <p:nvSpPr>
          <p:cNvPr id="3" name="Inhaltsplatzhalter 2"/>
          <p:cNvSpPr>
            <a:spLocks noGrp="1"/>
          </p:cNvSpPr>
          <p:nvPr>
            <p:ph idx="1"/>
          </p:nvPr>
        </p:nvSpPr>
        <p:spPr/>
        <p:txBody>
          <a:bodyPr/>
          <a:lstStyle/>
          <a:p>
            <a:pPr>
              <a:buNone/>
            </a:pPr>
            <a:endParaRPr lang="de-DE" dirty="0" smtClean="0"/>
          </a:p>
          <a:p>
            <a:pPr>
              <a:buNone/>
            </a:pPr>
            <a:r>
              <a:rPr lang="de-DE" dirty="0" smtClean="0"/>
              <a:t>1. Infrastructure </a:t>
            </a:r>
            <a:r>
              <a:rPr lang="de-DE" dirty="0" err="1" smtClean="0"/>
              <a:t>as</a:t>
            </a:r>
            <a:r>
              <a:rPr lang="de-DE" dirty="0" smtClean="0"/>
              <a:t> a </a:t>
            </a:r>
            <a:r>
              <a:rPr lang="de-DE" dirty="0" err="1" smtClean="0"/>
              <a:t>service</a:t>
            </a:r>
            <a:r>
              <a:rPr lang="de-DE" dirty="0" smtClean="0"/>
              <a:t> (</a:t>
            </a:r>
            <a:r>
              <a:rPr lang="de-DE" dirty="0" err="1" smtClean="0"/>
              <a:t>IaaS</a:t>
            </a:r>
            <a:r>
              <a:rPr lang="de-DE" dirty="0" smtClean="0"/>
              <a:t>)</a:t>
            </a:r>
          </a:p>
          <a:p>
            <a:pPr>
              <a:buNone/>
            </a:pPr>
            <a:r>
              <a:rPr lang="de-DE" dirty="0" smtClean="0"/>
              <a:t>	Angebote, die Zugriff auf </a:t>
            </a:r>
            <a:r>
              <a:rPr lang="de-DE" dirty="0" err="1" smtClean="0"/>
              <a:t>virtualisierte</a:t>
            </a:r>
            <a:r>
              <a:rPr lang="de-DE" dirty="0" smtClean="0"/>
              <a:t> Rechnerressourcen bieten</a:t>
            </a:r>
          </a:p>
          <a:p>
            <a:pPr>
              <a:buNone/>
            </a:pPr>
            <a:r>
              <a:rPr lang="de-DE" dirty="0" smtClean="0"/>
              <a:t>	</a:t>
            </a:r>
          </a:p>
          <a:p>
            <a:pPr>
              <a:buNone/>
            </a:pPr>
            <a:r>
              <a:rPr lang="de-DE" dirty="0" smtClean="0"/>
              <a:t>	z.B. </a:t>
            </a:r>
          </a:p>
          <a:p>
            <a:pPr>
              <a:buNone/>
            </a:pPr>
            <a:r>
              <a:rPr lang="de-DE" dirty="0" smtClean="0"/>
              <a:t>	Serverdienste </a:t>
            </a:r>
          </a:p>
          <a:p>
            <a:pPr>
              <a:buNone/>
            </a:pPr>
            <a:r>
              <a:rPr lang="de-DE" dirty="0" smtClean="0"/>
              <a:t>	oder Festplattenspeicher (Storage)</a:t>
            </a:r>
            <a:endParaRPr lang="de-DE"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5</a:t>
            </a:fld>
            <a:endParaRPr lang="de-DE"/>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err="1" smtClean="0"/>
              <a:t>IaaS</a:t>
            </a:r>
            <a:endParaRPr lang="de-DE" dirty="0"/>
          </a:p>
        </p:txBody>
      </p:sp>
      <p:sp>
        <p:nvSpPr>
          <p:cNvPr id="3" name="Inhaltsplatzhalter 2"/>
          <p:cNvSpPr>
            <a:spLocks noGrp="1"/>
          </p:cNvSpPr>
          <p:nvPr>
            <p:ph idx="1"/>
          </p:nvPr>
        </p:nvSpPr>
        <p:spPr/>
        <p:txBody>
          <a:bodyPr/>
          <a:lstStyle/>
          <a:p>
            <a:r>
              <a:rPr lang="de-DE" sz="2000" dirty="0" smtClean="0"/>
              <a:t>Bei </a:t>
            </a:r>
            <a:r>
              <a:rPr lang="de-DE" sz="2000" dirty="0" err="1" smtClean="0"/>
              <a:t>IaaS</a:t>
            </a:r>
            <a:r>
              <a:rPr lang="de-DE" sz="2000" dirty="0" smtClean="0"/>
              <a:t> werden IT-Ressourcen wie z. B. Rechenleistung, Datenspeicher oder Netze als Dienst angeboten.</a:t>
            </a:r>
          </a:p>
          <a:p>
            <a:r>
              <a:rPr lang="de-DE" sz="2000" dirty="0" smtClean="0"/>
              <a:t>Ein </a:t>
            </a:r>
            <a:r>
              <a:rPr lang="de-DE" sz="2000" dirty="0" err="1" smtClean="0"/>
              <a:t>Cloud</a:t>
            </a:r>
            <a:r>
              <a:rPr lang="de-DE" sz="2000" dirty="0" smtClean="0"/>
              <a:t>-Kunde kauft diese </a:t>
            </a:r>
            <a:r>
              <a:rPr lang="de-DE" sz="2000" dirty="0" err="1" smtClean="0"/>
              <a:t>virtualisierten</a:t>
            </a:r>
            <a:r>
              <a:rPr lang="de-DE" sz="2000" dirty="0" smtClean="0"/>
              <a:t> und in hohem Maß standardisierten Services und baut darauf eigene </a:t>
            </a:r>
            <a:br>
              <a:rPr lang="de-DE" sz="2000" dirty="0" smtClean="0"/>
            </a:br>
            <a:r>
              <a:rPr lang="de-DE" sz="2000" dirty="0" smtClean="0"/>
              <a:t>Services zum internen oder externen Gebrauch auf. </a:t>
            </a:r>
          </a:p>
          <a:p>
            <a:r>
              <a:rPr lang="de-DE" sz="2000" dirty="0" smtClean="0"/>
              <a:t>So kann ein </a:t>
            </a:r>
            <a:r>
              <a:rPr lang="de-DE" sz="2000" dirty="0" err="1" smtClean="0"/>
              <a:t>Cloud</a:t>
            </a:r>
            <a:r>
              <a:rPr lang="de-DE" sz="2000" dirty="0" smtClean="0"/>
              <a:t>-Kunde z. B. Rechenleistung, Arbeitsspeicher und Datenspeicher anmieten und darauf ein Betriebssystem mit Anwendungen seiner Wahl laufen lassen.</a:t>
            </a:r>
            <a:endParaRPr lang="de-DE" sz="2000"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6</a:t>
            </a:fld>
            <a:endParaRPr lang="de-DE"/>
          </a:p>
        </p:txBody>
      </p:sp>
      <p:sp>
        <p:nvSpPr>
          <p:cNvPr id="7" name="Textfeld 6"/>
          <p:cNvSpPr txBox="1"/>
          <p:nvPr/>
        </p:nvSpPr>
        <p:spPr>
          <a:xfrm>
            <a:off x="6012160" y="5805264"/>
            <a:ext cx="973343" cy="276999"/>
          </a:xfrm>
          <a:prstGeom prst="rect">
            <a:avLst/>
          </a:prstGeom>
          <a:noFill/>
        </p:spPr>
        <p:txBody>
          <a:bodyPr wrap="none" rtlCol="0">
            <a:spAutoFit/>
          </a:bodyPr>
          <a:lstStyle/>
          <a:p>
            <a:r>
              <a:rPr lang="de-DE" sz="1200" dirty="0" smtClean="0">
                <a:latin typeface="Lucida Sans Unicode" pitchFamily="34" charset="0"/>
                <a:cs typeface="Lucida Sans Unicode" pitchFamily="34" charset="0"/>
              </a:rPr>
              <a:t>Quelle: BSI</a:t>
            </a:r>
            <a:endParaRPr lang="de-DE" sz="1200" dirty="0">
              <a:latin typeface="Lucida Sans Unicode" pitchFamily="34" charset="0"/>
              <a:cs typeface="Lucida Sans Unicode" pitchFamily="34" charset="0"/>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smtClean="0"/>
              <a:t>3 Kategorien von </a:t>
            </a:r>
            <a:r>
              <a:rPr lang="de-DE" dirty="0" err="1" smtClean="0"/>
              <a:t>Cloud</a:t>
            </a:r>
            <a:r>
              <a:rPr lang="de-DE" dirty="0" smtClean="0"/>
              <a:t>-Diensten</a:t>
            </a:r>
            <a:endParaRPr lang="de-DE" dirty="0"/>
          </a:p>
        </p:txBody>
      </p:sp>
      <p:sp>
        <p:nvSpPr>
          <p:cNvPr id="3" name="Inhaltsplatzhalter 2"/>
          <p:cNvSpPr>
            <a:spLocks noGrp="1"/>
          </p:cNvSpPr>
          <p:nvPr>
            <p:ph idx="1"/>
          </p:nvPr>
        </p:nvSpPr>
        <p:spPr/>
        <p:txBody>
          <a:bodyPr/>
          <a:lstStyle/>
          <a:p>
            <a:pPr>
              <a:buNone/>
            </a:pPr>
            <a:endParaRPr lang="de-DE" dirty="0" smtClean="0"/>
          </a:p>
          <a:p>
            <a:pPr>
              <a:buNone/>
            </a:pPr>
            <a:r>
              <a:rPr lang="de-DE" dirty="0" smtClean="0"/>
              <a:t>2. </a:t>
            </a:r>
            <a:r>
              <a:rPr lang="de-DE" dirty="0" err="1" smtClean="0"/>
              <a:t>Platform</a:t>
            </a:r>
            <a:r>
              <a:rPr lang="de-DE" dirty="0" smtClean="0"/>
              <a:t> </a:t>
            </a:r>
            <a:r>
              <a:rPr lang="de-DE" dirty="0" err="1" smtClean="0"/>
              <a:t>as</a:t>
            </a:r>
            <a:r>
              <a:rPr lang="de-DE" dirty="0" smtClean="0"/>
              <a:t> a Service (</a:t>
            </a:r>
            <a:r>
              <a:rPr lang="de-DE" dirty="0" err="1" smtClean="0"/>
              <a:t>PaaS</a:t>
            </a:r>
            <a:r>
              <a:rPr lang="de-DE" dirty="0" smtClean="0"/>
              <a:t>)</a:t>
            </a:r>
          </a:p>
          <a:p>
            <a:pPr>
              <a:buNone/>
            </a:pPr>
            <a:r>
              <a:rPr lang="de-DE" dirty="0" smtClean="0"/>
              <a:t>	Anbieter stellt (proprietäre) Laufzeitumgebungen bereit</a:t>
            </a:r>
          </a:p>
          <a:p>
            <a:pPr>
              <a:buNone/>
            </a:pPr>
            <a:r>
              <a:rPr lang="de-DE" dirty="0" smtClean="0"/>
              <a:t>	</a:t>
            </a:r>
          </a:p>
          <a:p>
            <a:pPr>
              <a:buNone/>
            </a:pPr>
            <a:r>
              <a:rPr lang="de-DE" dirty="0" smtClean="0"/>
              <a:t>	z.B. </a:t>
            </a:r>
          </a:p>
          <a:p>
            <a:pPr>
              <a:buNone/>
            </a:pPr>
            <a:r>
              <a:rPr lang="de-DE" dirty="0" smtClean="0"/>
              <a:t>	virtuelle/reale Server </a:t>
            </a:r>
          </a:p>
          <a:p>
            <a:pPr>
              <a:buNone/>
            </a:pPr>
            <a:r>
              <a:rPr lang="de-DE" dirty="0" smtClean="0"/>
              <a:t>	</a:t>
            </a:r>
            <a:endParaRPr lang="de-DE"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7</a:t>
            </a:fld>
            <a:endParaRPr lang="de-DE"/>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err="1" smtClean="0"/>
              <a:t>PaaS</a:t>
            </a:r>
            <a:endParaRPr lang="de-DE" dirty="0"/>
          </a:p>
        </p:txBody>
      </p:sp>
      <p:sp>
        <p:nvSpPr>
          <p:cNvPr id="3" name="Inhaltsplatzhalter 2"/>
          <p:cNvSpPr>
            <a:spLocks noGrp="1"/>
          </p:cNvSpPr>
          <p:nvPr>
            <p:ph idx="1"/>
          </p:nvPr>
        </p:nvSpPr>
        <p:spPr/>
        <p:txBody>
          <a:bodyPr/>
          <a:lstStyle/>
          <a:p>
            <a:r>
              <a:rPr lang="de-DE" sz="2000" dirty="0" smtClean="0"/>
              <a:t>Ein </a:t>
            </a:r>
            <a:r>
              <a:rPr lang="de-DE" sz="2000" dirty="0" err="1" smtClean="0"/>
              <a:t>PaaS</a:t>
            </a:r>
            <a:r>
              <a:rPr lang="de-DE" sz="2000" dirty="0" smtClean="0"/>
              <a:t>-Provider stellt eine komplette Infrastruktur bereit und bietet dem Kunden auf der Plattform standardisierte Schnittstellen an, die von Diensten des Kunden genutzt werden. </a:t>
            </a:r>
          </a:p>
          <a:p>
            <a:r>
              <a:rPr lang="de-DE" sz="2000" dirty="0" smtClean="0"/>
              <a:t>So kann die Plattform z. B. </a:t>
            </a:r>
            <a:r>
              <a:rPr lang="de-DE" sz="2000" dirty="0" err="1" smtClean="0"/>
              <a:t>Mandantenfähigkeit</a:t>
            </a:r>
            <a:r>
              <a:rPr lang="de-DE" sz="2000" dirty="0" smtClean="0"/>
              <a:t>, Skalierbarkeit, Zugriffskontrolle, Datenbankzugriffe, etc. als Service zur Verfügung stellen. </a:t>
            </a:r>
          </a:p>
          <a:p>
            <a:r>
              <a:rPr lang="de-DE" sz="2000" dirty="0" smtClean="0"/>
              <a:t>Der Kunde hat keinen Zugriff auf die darunterliegenden Schichten (Betriebssystem, Hardware), er kann aber auf der Plattform eigene Anwendungen laufen lassen, für deren Entwicklung der CSP in der Regel eigene Werkzeuge anbietet.</a:t>
            </a:r>
            <a:endParaRPr lang="de-DE" sz="2000"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8</a:t>
            </a:fld>
            <a:endParaRPr lang="de-DE"/>
          </a:p>
        </p:txBody>
      </p:sp>
      <p:sp>
        <p:nvSpPr>
          <p:cNvPr id="7" name="Textfeld 6"/>
          <p:cNvSpPr txBox="1"/>
          <p:nvPr/>
        </p:nvSpPr>
        <p:spPr>
          <a:xfrm>
            <a:off x="6012160" y="5805264"/>
            <a:ext cx="973343" cy="276999"/>
          </a:xfrm>
          <a:prstGeom prst="rect">
            <a:avLst/>
          </a:prstGeom>
          <a:noFill/>
        </p:spPr>
        <p:txBody>
          <a:bodyPr wrap="none" rtlCol="0">
            <a:spAutoFit/>
          </a:bodyPr>
          <a:lstStyle/>
          <a:p>
            <a:r>
              <a:rPr lang="de-DE" sz="1200" dirty="0" smtClean="0">
                <a:latin typeface="Lucida Sans Unicode" pitchFamily="34" charset="0"/>
                <a:cs typeface="Lucida Sans Unicode" pitchFamily="34" charset="0"/>
              </a:rPr>
              <a:t>Quelle: BSI</a:t>
            </a:r>
            <a:endParaRPr lang="de-DE" sz="1200" dirty="0">
              <a:latin typeface="Lucida Sans Unicode" pitchFamily="34" charset="0"/>
              <a:cs typeface="Lucida Sans Unicode" pitchFamily="34" charset="0"/>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smtClean="0"/>
              <a:t>3 Kategorien von </a:t>
            </a:r>
            <a:r>
              <a:rPr lang="de-DE" dirty="0" err="1" smtClean="0"/>
              <a:t>Cloud</a:t>
            </a:r>
            <a:r>
              <a:rPr lang="de-DE" dirty="0" smtClean="0"/>
              <a:t>-Diensten</a:t>
            </a:r>
            <a:endParaRPr lang="de-DE" dirty="0"/>
          </a:p>
        </p:txBody>
      </p:sp>
      <p:sp>
        <p:nvSpPr>
          <p:cNvPr id="3" name="Inhaltsplatzhalter 2"/>
          <p:cNvSpPr>
            <a:spLocks noGrp="1"/>
          </p:cNvSpPr>
          <p:nvPr>
            <p:ph idx="1"/>
          </p:nvPr>
        </p:nvSpPr>
        <p:spPr/>
        <p:txBody>
          <a:bodyPr/>
          <a:lstStyle/>
          <a:p>
            <a:pPr>
              <a:buNone/>
            </a:pPr>
            <a:endParaRPr lang="de-DE" dirty="0" smtClean="0"/>
          </a:p>
          <a:p>
            <a:pPr>
              <a:buNone/>
            </a:pPr>
            <a:r>
              <a:rPr lang="de-DE" dirty="0" smtClean="0"/>
              <a:t>3. Software </a:t>
            </a:r>
            <a:r>
              <a:rPr lang="de-DE" dirty="0" err="1" smtClean="0"/>
              <a:t>as</a:t>
            </a:r>
            <a:r>
              <a:rPr lang="de-DE" dirty="0" smtClean="0"/>
              <a:t> a </a:t>
            </a:r>
            <a:r>
              <a:rPr lang="de-DE" dirty="0" err="1" smtClean="0"/>
              <a:t>service</a:t>
            </a:r>
            <a:r>
              <a:rPr lang="de-DE" dirty="0" smtClean="0"/>
              <a:t> (</a:t>
            </a:r>
            <a:r>
              <a:rPr lang="de-DE" dirty="0" err="1" smtClean="0"/>
              <a:t>SaaS</a:t>
            </a:r>
            <a:r>
              <a:rPr lang="de-DE" dirty="0" smtClean="0"/>
              <a:t>)</a:t>
            </a:r>
          </a:p>
          <a:p>
            <a:pPr>
              <a:buNone/>
            </a:pPr>
            <a:r>
              <a:rPr lang="de-DE" dirty="0" smtClean="0"/>
              <a:t>	fertige Anwendungen in der </a:t>
            </a:r>
            <a:r>
              <a:rPr lang="de-DE" dirty="0" err="1" smtClean="0"/>
              <a:t>Cloud</a:t>
            </a:r>
            <a:endParaRPr lang="de-DE" dirty="0" smtClean="0"/>
          </a:p>
          <a:p>
            <a:pPr>
              <a:buNone/>
            </a:pPr>
            <a:r>
              <a:rPr lang="de-DE" dirty="0" smtClean="0"/>
              <a:t>	</a:t>
            </a:r>
          </a:p>
          <a:p>
            <a:pPr>
              <a:buNone/>
            </a:pPr>
            <a:r>
              <a:rPr lang="de-DE" dirty="0" smtClean="0"/>
              <a:t>	z.B. </a:t>
            </a:r>
          </a:p>
          <a:p>
            <a:pPr>
              <a:buNone/>
            </a:pPr>
            <a:r>
              <a:rPr lang="de-DE" dirty="0" smtClean="0"/>
              <a:t>	Office365</a:t>
            </a:r>
            <a:endParaRPr lang="de-DE"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9</a:t>
            </a:fld>
            <a:endParaRPr lang="de-DE"/>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20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err="1" smtClean="0"/>
              <a:t>SaaS</a:t>
            </a:r>
            <a:endParaRPr lang="de-DE" dirty="0"/>
          </a:p>
        </p:txBody>
      </p:sp>
      <p:sp>
        <p:nvSpPr>
          <p:cNvPr id="3" name="Inhaltsplatzhalter 2"/>
          <p:cNvSpPr>
            <a:spLocks noGrp="1"/>
          </p:cNvSpPr>
          <p:nvPr>
            <p:ph idx="1"/>
          </p:nvPr>
        </p:nvSpPr>
        <p:spPr/>
        <p:txBody>
          <a:bodyPr/>
          <a:lstStyle/>
          <a:p>
            <a:r>
              <a:rPr lang="de-DE" dirty="0" smtClean="0"/>
              <a:t>Sämtliche Angebote v on Anwendungen, die den Kriterien des </a:t>
            </a:r>
            <a:r>
              <a:rPr lang="de-DE" dirty="0" err="1" smtClean="0"/>
              <a:t>Cloud</a:t>
            </a:r>
            <a:r>
              <a:rPr lang="de-DE" dirty="0" smtClean="0"/>
              <a:t> Computing entsprechen, fallen in diese Kategorie. </a:t>
            </a:r>
          </a:p>
          <a:p>
            <a:r>
              <a:rPr lang="de-DE" dirty="0" smtClean="0"/>
              <a:t>Dem Angebotsspektrum sind hierbei keine Grenzen gesetzt. Als Beispiele seien Kontaktdatenmanagement, Finanzbuchhaltung, Textverarbeitung oder Kollaborationsanwendungen genannt.</a:t>
            </a:r>
            <a:endParaRPr lang="de-DE"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10</a:t>
            </a:fld>
            <a:endParaRPr lang="de-DE"/>
          </a:p>
        </p:txBody>
      </p:sp>
      <p:sp>
        <p:nvSpPr>
          <p:cNvPr id="8" name="Textfeld 7"/>
          <p:cNvSpPr txBox="1"/>
          <p:nvPr/>
        </p:nvSpPr>
        <p:spPr>
          <a:xfrm>
            <a:off x="6012160" y="5805264"/>
            <a:ext cx="973343" cy="276999"/>
          </a:xfrm>
          <a:prstGeom prst="rect">
            <a:avLst/>
          </a:prstGeom>
          <a:noFill/>
        </p:spPr>
        <p:txBody>
          <a:bodyPr wrap="none" rtlCol="0">
            <a:spAutoFit/>
          </a:bodyPr>
          <a:lstStyle/>
          <a:p>
            <a:r>
              <a:rPr lang="de-DE" sz="1200" dirty="0" smtClean="0">
                <a:latin typeface="Lucida Sans Unicode" pitchFamily="34" charset="0"/>
                <a:cs typeface="Lucida Sans Unicode" pitchFamily="34" charset="0"/>
              </a:rPr>
              <a:t>Quelle: BSI</a:t>
            </a:r>
            <a:endParaRPr lang="de-DE" sz="1200" dirty="0">
              <a:latin typeface="Lucida Sans Unicode" pitchFamily="34" charset="0"/>
              <a:cs typeface="Lucida Sans Unicode"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smtClean="0"/>
              <a:t>3 Kategorien von </a:t>
            </a:r>
            <a:r>
              <a:rPr lang="de-DE" dirty="0" err="1" smtClean="0"/>
              <a:t>Cloud</a:t>
            </a:r>
            <a:r>
              <a:rPr lang="de-DE" dirty="0" smtClean="0"/>
              <a:t>-Diensten</a:t>
            </a:r>
            <a:endParaRPr lang="de-DE" dirty="0"/>
          </a:p>
        </p:txBody>
      </p:sp>
      <p:sp>
        <p:nvSpPr>
          <p:cNvPr id="3" name="Inhaltsplatzhalter 2"/>
          <p:cNvSpPr>
            <a:spLocks noGrp="1"/>
          </p:cNvSpPr>
          <p:nvPr>
            <p:ph idx="1"/>
          </p:nvPr>
        </p:nvSpPr>
        <p:spPr/>
        <p:txBody>
          <a:bodyPr/>
          <a:lstStyle/>
          <a:p>
            <a:endParaRPr lang="de-DE" dirty="0" smtClean="0"/>
          </a:p>
          <a:p>
            <a:r>
              <a:rPr lang="de-DE" dirty="0" smtClean="0"/>
              <a:t>Viele Anbieter offerieren oft nur eine dieser 3 Ebenen</a:t>
            </a:r>
            <a:endParaRPr lang="de-DE"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11</a:t>
            </a:fld>
            <a:endParaRPr lang="de-DE"/>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smtClean="0"/>
              <a:t>3 Kategorien von </a:t>
            </a:r>
            <a:r>
              <a:rPr lang="de-DE" dirty="0" err="1" smtClean="0"/>
              <a:t>Cloud</a:t>
            </a:r>
            <a:r>
              <a:rPr lang="de-DE" dirty="0" smtClean="0"/>
              <a:t>-Diensten</a:t>
            </a:r>
            <a:endParaRPr lang="de-DE"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12</a:t>
            </a:fld>
            <a:endParaRPr lang="de-DE"/>
          </a:p>
        </p:txBody>
      </p:sp>
      <p:pic>
        <p:nvPicPr>
          <p:cNvPr id="4098" name="Picture 2"/>
          <p:cNvPicPr>
            <a:picLocks noGrp="1" noChangeAspect="1" noChangeArrowheads="1"/>
          </p:cNvPicPr>
          <p:nvPr>
            <p:ph idx="1"/>
          </p:nvPr>
        </p:nvPicPr>
        <p:blipFill>
          <a:blip r:embed="rId2" cstate="print"/>
          <a:srcRect/>
          <a:stretch>
            <a:fillRect/>
          </a:stretch>
        </p:blipFill>
        <p:spPr bwMode="auto">
          <a:xfrm>
            <a:off x="986009" y="1981200"/>
            <a:ext cx="7171981" cy="4114800"/>
          </a:xfrm>
          <a:prstGeom prst="rect">
            <a:avLst/>
          </a:prstGeom>
          <a:noFill/>
          <a:ln w="9525">
            <a:noFill/>
            <a:miter lim="800000"/>
            <a:headEnd/>
            <a:tailEnd/>
          </a:ln>
        </p:spPr>
      </p:pic>
      <p:sp>
        <p:nvSpPr>
          <p:cNvPr id="8" name="Textfeld 7"/>
          <p:cNvSpPr txBox="1"/>
          <p:nvPr/>
        </p:nvSpPr>
        <p:spPr>
          <a:xfrm>
            <a:off x="6012160" y="5805264"/>
            <a:ext cx="2917786" cy="276999"/>
          </a:xfrm>
          <a:prstGeom prst="rect">
            <a:avLst/>
          </a:prstGeom>
          <a:noFill/>
        </p:spPr>
        <p:txBody>
          <a:bodyPr wrap="none" rtlCol="0">
            <a:spAutoFit/>
          </a:bodyPr>
          <a:lstStyle/>
          <a:p>
            <a:r>
              <a:rPr lang="de-DE" sz="1200" dirty="0" smtClean="0">
                <a:latin typeface="Lucida Sans Unicode" pitchFamily="34" charset="0"/>
                <a:cs typeface="Lucida Sans Unicode" pitchFamily="34" charset="0"/>
              </a:rPr>
              <a:t>Bild-Quelle: </a:t>
            </a:r>
            <a:r>
              <a:rPr lang="de-DE" sz="1200" dirty="0" err="1" smtClean="0">
                <a:latin typeface="Lucida Sans Unicode" pitchFamily="34" charset="0"/>
                <a:cs typeface="Lucida Sans Unicode" pitchFamily="34" charset="0"/>
              </a:rPr>
              <a:t>c‘t</a:t>
            </a:r>
            <a:r>
              <a:rPr lang="de-DE" sz="1200" dirty="0" smtClean="0">
                <a:latin typeface="Lucida Sans Unicode" pitchFamily="34" charset="0"/>
                <a:cs typeface="Lucida Sans Unicode" pitchFamily="34" charset="0"/>
              </a:rPr>
              <a:t> 2010, Heft 10 S. 104</a:t>
            </a:r>
            <a:endParaRPr lang="de-DE" sz="1200" dirty="0">
              <a:latin typeface="Lucida Sans Unicode" pitchFamily="34" charset="0"/>
              <a:cs typeface="Lucida Sans Unicode" pitchFamily="34" charset="0"/>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smtClean="0"/>
              <a:t>Nutzung</a:t>
            </a:r>
            <a:endParaRPr lang="de-DE"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13</a:t>
            </a:fld>
            <a:endParaRPr lang="de-DE"/>
          </a:p>
        </p:txBody>
      </p:sp>
      <p:pic>
        <p:nvPicPr>
          <p:cNvPr id="3074" name="Picture 2"/>
          <p:cNvPicPr>
            <a:picLocks noGrp="1" noChangeAspect="1" noChangeArrowheads="1"/>
          </p:cNvPicPr>
          <p:nvPr>
            <p:ph idx="1"/>
          </p:nvPr>
        </p:nvPicPr>
        <p:blipFill>
          <a:blip r:embed="rId2" cstate="print"/>
          <a:srcRect/>
          <a:stretch>
            <a:fillRect/>
          </a:stretch>
        </p:blipFill>
        <p:spPr bwMode="auto">
          <a:xfrm>
            <a:off x="1979712" y="2420888"/>
            <a:ext cx="5316117" cy="2828528"/>
          </a:xfrm>
          <a:prstGeom prst="rect">
            <a:avLst/>
          </a:prstGeom>
          <a:noFill/>
          <a:ln w="9525">
            <a:noFill/>
            <a:miter lim="800000"/>
            <a:headEnd/>
            <a:tailEnd/>
          </a:ln>
        </p:spPr>
      </p:pic>
      <p:sp>
        <p:nvSpPr>
          <p:cNvPr id="8" name="Textfeld 7"/>
          <p:cNvSpPr txBox="1"/>
          <p:nvPr/>
        </p:nvSpPr>
        <p:spPr>
          <a:xfrm>
            <a:off x="6012160" y="5805264"/>
            <a:ext cx="2917786" cy="276999"/>
          </a:xfrm>
          <a:prstGeom prst="rect">
            <a:avLst/>
          </a:prstGeom>
          <a:noFill/>
        </p:spPr>
        <p:txBody>
          <a:bodyPr wrap="none" rtlCol="0">
            <a:spAutoFit/>
          </a:bodyPr>
          <a:lstStyle/>
          <a:p>
            <a:r>
              <a:rPr lang="de-DE" sz="1200" dirty="0" smtClean="0">
                <a:latin typeface="Lucida Sans Unicode" pitchFamily="34" charset="0"/>
                <a:cs typeface="Lucida Sans Unicode" pitchFamily="34" charset="0"/>
              </a:rPr>
              <a:t>Bild-Quelle: </a:t>
            </a:r>
            <a:r>
              <a:rPr lang="de-DE" sz="1200" dirty="0" err="1" smtClean="0">
                <a:latin typeface="Lucida Sans Unicode" pitchFamily="34" charset="0"/>
                <a:cs typeface="Lucida Sans Unicode" pitchFamily="34" charset="0"/>
              </a:rPr>
              <a:t>c‘t</a:t>
            </a:r>
            <a:r>
              <a:rPr lang="de-DE" sz="1200" dirty="0" smtClean="0">
                <a:latin typeface="Lucida Sans Unicode" pitchFamily="34" charset="0"/>
                <a:cs typeface="Lucida Sans Unicode" pitchFamily="34" charset="0"/>
              </a:rPr>
              <a:t> 2010, Heft 10 S. 103</a:t>
            </a:r>
            <a:endParaRPr lang="de-DE" sz="1200" dirty="0">
              <a:latin typeface="Lucida Sans Unicode" pitchFamily="34" charset="0"/>
              <a:cs typeface="Lucida Sans Unicode" pitchFamily="34"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buNone/>
            </a:pPr>
            <a:r>
              <a:rPr lang="de-DE" dirty="0" smtClean="0"/>
              <a:t>Sicher?</a:t>
            </a:r>
            <a:endParaRPr lang="de-DE" dirty="0"/>
          </a:p>
        </p:txBody>
      </p:sp>
      <p:sp>
        <p:nvSpPr>
          <p:cNvPr id="3" name="Inhaltsplatzhalter 2"/>
          <p:cNvSpPr>
            <a:spLocks noGrp="1"/>
          </p:cNvSpPr>
          <p:nvPr>
            <p:ph idx="1"/>
          </p:nvPr>
        </p:nvSpPr>
        <p:spPr/>
        <p:txBody>
          <a:bodyPr/>
          <a:lstStyle/>
          <a:p>
            <a:pPr>
              <a:buNone/>
            </a:pPr>
            <a:r>
              <a:rPr lang="de-DE" dirty="0" smtClean="0"/>
              <a:t>Wer kann an meine Daten ran?</a:t>
            </a:r>
          </a:p>
          <a:p>
            <a:pPr>
              <a:buNone/>
            </a:pPr>
            <a:endParaRPr lang="de-DE" dirty="0" smtClean="0"/>
          </a:p>
          <a:p>
            <a:pPr>
              <a:buNone/>
            </a:pPr>
            <a:r>
              <a:rPr lang="de-DE" dirty="0" smtClean="0"/>
              <a:t>Maßnahmen:  Verschlüsselung</a:t>
            </a:r>
          </a:p>
          <a:p>
            <a:pPr>
              <a:buNone/>
            </a:pPr>
            <a:r>
              <a:rPr lang="de-DE" dirty="0" smtClean="0"/>
              <a:t>			z.B. </a:t>
            </a:r>
            <a:r>
              <a:rPr lang="de-DE" dirty="0" err="1" smtClean="0"/>
              <a:t>Truecrypt</a:t>
            </a:r>
            <a:r>
              <a:rPr lang="de-DE" dirty="0" smtClean="0"/>
              <a:t>, </a:t>
            </a:r>
            <a:r>
              <a:rPr lang="de-DE" dirty="0" err="1" smtClean="0"/>
              <a:t>Boxcryptor</a:t>
            </a:r>
            <a:r>
              <a:rPr lang="de-DE" dirty="0" smtClean="0"/>
              <a:t>, </a:t>
            </a:r>
            <a:r>
              <a:rPr lang="de-DE" dirty="0" err="1" smtClean="0"/>
              <a:t>Cloudfogger</a:t>
            </a:r>
            <a:endParaRPr lang="de-DE" dirty="0"/>
          </a:p>
        </p:txBody>
      </p:sp>
      <p:sp>
        <p:nvSpPr>
          <p:cNvPr id="4" name="Datumsplatzhalter 3"/>
          <p:cNvSpPr>
            <a:spLocks noGrp="1"/>
          </p:cNvSpPr>
          <p:nvPr>
            <p:ph type="dt" sz="half" idx="10"/>
          </p:nvPr>
        </p:nvSpPr>
        <p:spPr/>
        <p:txBody>
          <a:bodyPr/>
          <a:lstStyle/>
          <a:p>
            <a:pPr lvl="0"/>
            <a:fld id="{BDCBDEFB-C8A8-48C7-8B15-3358351DA2B8}" type="datetime1">
              <a:rPr lang="de-DE" smtClean="0"/>
              <a:pPr lvl="0"/>
              <a:t>30.01.2014</a:t>
            </a:fld>
            <a:endParaRPr lang="de-DE" dirty="0"/>
          </a:p>
        </p:txBody>
      </p:sp>
      <p:sp>
        <p:nvSpPr>
          <p:cNvPr id="5" name="Fußzeilenplatzhalter 4"/>
          <p:cNvSpPr>
            <a:spLocks noGrp="1"/>
          </p:cNvSpPr>
          <p:nvPr>
            <p:ph type="ftr" sz="quarter" idx="11"/>
          </p:nvPr>
        </p:nvSpPr>
        <p:spPr/>
        <p:txBody>
          <a:bodyPr/>
          <a:lstStyle/>
          <a:p>
            <a:pPr lvl="0"/>
            <a:r>
              <a:rPr lang="en-US" smtClean="0"/>
              <a:t>OStR G. H. Ernstmeier</a:t>
            </a:r>
            <a:endParaRPr lang="en-US"/>
          </a:p>
        </p:txBody>
      </p:sp>
      <p:sp>
        <p:nvSpPr>
          <p:cNvPr id="6" name="Foliennummernplatzhalter 5"/>
          <p:cNvSpPr>
            <a:spLocks noGrp="1"/>
          </p:cNvSpPr>
          <p:nvPr>
            <p:ph type="sldNum" sz="quarter" idx="12"/>
          </p:nvPr>
        </p:nvSpPr>
        <p:spPr/>
        <p:txBody>
          <a:bodyPr/>
          <a:lstStyle/>
          <a:p>
            <a:pPr lvl="0"/>
            <a:fld id="{544E287E-C0D5-4F20-911C-B37219992141}" type="slidenum">
              <a:rPr lang="de-DE" smtClean="0"/>
              <a:pPr lvl="0"/>
              <a:t>14</a:t>
            </a:fld>
            <a:endParaRPr lang="de-DE"/>
          </a:p>
        </p:txBody>
      </p:sp>
    </p:spTree>
  </p:cSld>
  <p:clrMapOvr>
    <a:masterClrMapping/>
  </p:clrMapOvr>
  <p:transition/>
</p:sld>
</file>

<file path=ppt/theme/theme1.xml><?xml version="1.0" encoding="utf-8"?>
<a:theme xmlns:a="http://schemas.openxmlformats.org/drawingml/2006/main" name="HNBK_Folienmaster">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Klassisch">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Deimos">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411</Words>
  <Application>Microsoft Office PowerPoint</Application>
  <PresentationFormat>Bildschirmpräsentation (4:3)</PresentationFormat>
  <Paragraphs>108</Paragraphs>
  <Slides>14</Slides>
  <Notes>0</Notes>
  <HiddenSlides>0</HiddenSlides>
  <MMClips>0</MMClips>
  <ScaleCrop>false</ScaleCrop>
  <HeadingPairs>
    <vt:vector size="6" baseType="variant">
      <vt:variant>
        <vt:lpstr>Design</vt:lpstr>
      </vt:variant>
      <vt:variant>
        <vt:i4>1</vt:i4>
      </vt:variant>
      <vt:variant>
        <vt:lpstr>Eingebettete OLE-Server</vt:lpstr>
      </vt:variant>
      <vt:variant>
        <vt:i4>1</vt:i4>
      </vt:variant>
      <vt:variant>
        <vt:lpstr>Folientitel</vt:lpstr>
      </vt:variant>
      <vt:variant>
        <vt:i4>14</vt:i4>
      </vt:variant>
    </vt:vector>
  </HeadingPairs>
  <TitlesOfParts>
    <vt:vector size="16" baseType="lpstr">
      <vt:lpstr>HNBK_Folienmaster</vt:lpstr>
      <vt:lpstr>Document</vt:lpstr>
      <vt:lpstr>Cloud Services</vt:lpstr>
      <vt:lpstr>Was kann die „Wolke“?</vt:lpstr>
      <vt:lpstr>Wer hats erfunden?</vt:lpstr>
      <vt:lpstr>Die „CLOUD“</vt:lpstr>
      <vt:lpstr>3 Kategorien von Cloud-Diensten</vt:lpstr>
      <vt:lpstr>IaaS</vt:lpstr>
      <vt:lpstr>3 Kategorien von Cloud-Diensten</vt:lpstr>
      <vt:lpstr>PaaS</vt:lpstr>
      <vt:lpstr>3 Kategorien von Cloud-Diensten</vt:lpstr>
      <vt:lpstr>SaaS</vt:lpstr>
      <vt:lpstr>3 Kategorien von Cloud-Diensten</vt:lpstr>
      <vt:lpstr>3 Kategorien von Cloud-Diensten</vt:lpstr>
      <vt:lpstr>Nutzung</vt:lpstr>
      <vt:lpstr>Sicher?</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CloudServices</dc:title>
  <dc:creator>Gerd Ernstmeier</dc:creator>
  <cp:lastModifiedBy>erni</cp:lastModifiedBy>
  <cp:revision>45</cp:revision>
  <dcterms:created xsi:type="dcterms:W3CDTF">2011-09-16T09:54:39Z</dcterms:created>
  <dcterms:modified xsi:type="dcterms:W3CDTF">2014-01-30T07:47:12Z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fo 1">
    <vt:lpwstr/>
  </property>
  <property fmtid="{D5CDD505-2E9C-101B-9397-08002B2CF9AE}" pid="3" name="Info 2">
    <vt:lpwstr/>
  </property>
  <property fmtid="{D5CDD505-2E9C-101B-9397-08002B2CF9AE}" pid="4" name="Info 3">
    <vt:lpwstr/>
  </property>
  <property fmtid="{D5CDD505-2E9C-101B-9397-08002B2CF9AE}" pid="5" name="Info 4">
    <vt:lpwstr/>
  </property>
</Properties>
</file>